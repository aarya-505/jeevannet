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53" r:id="rId1"/>
  </p:sldMasterIdLst>
  <p:sldIdLst>
    <p:sldId id="268" r:id="rId2"/>
    <p:sldId id="266" r:id="rId3"/>
    <p:sldId id="260" r:id="rId4"/>
    <p:sldId id="267" r:id="rId5"/>
    <p:sldId id="269" r:id="rId6"/>
    <p:sldId id="270" r:id="rId7"/>
    <p:sldId id="264"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06"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57DC0CA-6276-4545-82BB-AEF95E4931BB}" type="doc">
      <dgm:prSet loTypeId="urn:microsoft.com/office/officeart/2005/8/layout/process1" loCatId="process" qsTypeId="urn:microsoft.com/office/officeart/2005/8/quickstyle/simple1" qsCatId="simple" csTypeId="urn:microsoft.com/office/officeart/2005/8/colors/accent1_2" csCatId="accent1" phldr="1"/>
      <dgm:spPr/>
    </dgm:pt>
    <dgm:pt modelId="{081B1059-E53A-44FB-9145-5B2CBA9D3C25}">
      <dgm:prSet phldrT="[Text]"/>
      <dgm:spPr/>
      <dgm:t>
        <a:bodyPr/>
        <a:lstStyle/>
        <a:p>
          <a:r>
            <a:rPr lang="en-US" dirty="0"/>
            <a:t>Input Code</a:t>
          </a:r>
          <a:endParaRPr lang="en-IN" dirty="0"/>
        </a:p>
      </dgm:t>
    </dgm:pt>
    <dgm:pt modelId="{5677153D-6DF4-423D-B754-41753F26882A}" type="parTrans" cxnId="{E3BADC5B-8B35-4D63-81F6-38ACE96FD761}">
      <dgm:prSet/>
      <dgm:spPr/>
      <dgm:t>
        <a:bodyPr/>
        <a:lstStyle/>
        <a:p>
          <a:endParaRPr lang="en-IN"/>
        </a:p>
      </dgm:t>
    </dgm:pt>
    <dgm:pt modelId="{262169BF-6852-4BD2-8AAA-3831F2F4CE3B}" type="sibTrans" cxnId="{E3BADC5B-8B35-4D63-81F6-38ACE96FD761}">
      <dgm:prSet/>
      <dgm:spPr/>
      <dgm:t>
        <a:bodyPr/>
        <a:lstStyle/>
        <a:p>
          <a:endParaRPr lang="en-IN"/>
        </a:p>
      </dgm:t>
    </dgm:pt>
    <dgm:pt modelId="{94C8DDF1-43E4-4248-91A2-4D580CC32B2D}">
      <dgm:prSet phldrT="[Text]"/>
      <dgm:spPr/>
      <dgm:t>
        <a:bodyPr/>
        <a:lstStyle/>
        <a:p>
          <a:r>
            <a:rPr lang="en-US" dirty="0"/>
            <a:t>Webcam Opens</a:t>
          </a:r>
          <a:endParaRPr lang="en-IN" dirty="0"/>
        </a:p>
      </dgm:t>
    </dgm:pt>
    <dgm:pt modelId="{03E616E6-D869-452E-8165-391A9B8C1F36}" type="parTrans" cxnId="{ABDCD94D-8273-4B8F-9B3B-DC846071D94D}">
      <dgm:prSet/>
      <dgm:spPr/>
      <dgm:t>
        <a:bodyPr/>
        <a:lstStyle/>
        <a:p>
          <a:endParaRPr lang="en-IN"/>
        </a:p>
      </dgm:t>
    </dgm:pt>
    <dgm:pt modelId="{9CD17DB3-F697-4085-AC2D-5BC7A8FA9942}" type="sibTrans" cxnId="{ABDCD94D-8273-4B8F-9B3B-DC846071D94D}">
      <dgm:prSet/>
      <dgm:spPr/>
      <dgm:t>
        <a:bodyPr/>
        <a:lstStyle/>
        <a:p>
          <a:endParaRPr lang="en-IN"/>
        </a:p>
      </dgm:t>
    </dgm:pt>
    <dgm:pt modelId="{585E1CC8-1A9A-4211-B212-EAF2891286AD}">
      <dgm:prSet phldrT="[Text]"/>
      <dgm:spPr/>
      <dgm:t>
        <a:bodyPr/>
        <a:lstStyle/>
        <a:p>
          <a:r>
            <a:rPr lang="en-US" dirty="0"/>
            <a:t>Emotions of Face Detected</a:t>
          </a:r>
          <a:endParaRPr lang="en-IN" dirty="0"/>
        </a:p>
      </dgm:t>
    </dgm:pt>
    <dgm:pt modelId="{F9BE12A3-D2B6-49B1-8234-6D5E23562551}" type="parTrans" cxnId="{64256828-9FA4-4368-A5F0-F8719ADC1049}">
      <dgm:prSet/>
      <dgm:spPr/>
      <dgm:t>
        <a:bodyPr/>
        <a:lstStyle/>
        <a:p>
          <a:endParaRPr lang="en-IN"/>
        </a:p>
      </dgm:t>
    </dgm:pt>
    <dgm:pt modelId="{26FEEB2D-8D12-4F04-81A7-672667A2767B}" type="sibTrans" cxnId="{64256828-9FA4-4368-A5F0-F8719ADC1049}">
      <dgm:prSet/>
      <dgm:spPr/>
      <dgm:t>
        <a:bodyPr/>
        <a:lstStyle/>
        <a:p>
          <a:endParaRPr lang="en-IN"/>
        </a:p>
      </dgm:t>
    </dgm:pt>
    <dgm:pt modelId="{83F08B81-860F-4251-A01B-A6E090A38C83}">
      <dgm:prSet phldrT="[Text]"/>
      <dgm:spPr/>
      <dgm:t>
        <a:bodyPr/>
        <a:lstStyle/>
        <a:p>
          <a:r>
            <a:rPr lang="en-US" dirty="0"/>
            <a:t>Filters the Sad emotions with respect to individual IDs</a:t>
          </a:r>
          <a:endParaRPr lang="en-IN" dirty="0"/>
        </a:p>
      </dgm:t>
    </dgm:pt>
    <dgm:pt modelId="{33E648C3-677A-4F08-9648-C7031843A3E5}" type="parTrans" cxnId="{1B82592D-339D-4F3B-9894-320CC376AC41}">
      <dgm:prSet/>
      <dgm:spPr/>
      <dgm:t>
        <a:bodyPr/>
        <a:lstStyle/>
        <a:p>
          <a:endParaRPr lang="en-IN"/>
        </a:p>
      </dgm:t>
    </dgm:pt>
    <dgm:pt modelId="{8BC89BC4-8B09-4E6A-8A77-9C7F362780C9}" type="sibTrans" cxnId="{1B82592D-339D-4F3B-9894-320CC376AC41}">
      <dgm:prSet/>
      <dgm:spPr/>
      <dgm:t>
        <a:bodyPr/>
        <a:lstStyle/>
        <a:p>
          <a:endParaRPr lang="en-IN"/>
        </a:p>
      </dgm:t>
    </dgm:pt>
    <dgm:pt modelId="{903F131F-A8A5-4D4B-8F3B-158C0A00E719}">
      <dgm:prSet phldrT="[Text]"/>
      <dgm:spPr/>
      <dgm:t>
        <a:bodyPr/>
        <a:lstStyle/>
        <a:p>
          <a:r>
            <a:rPr lang="en-US" dirty="0"/>
            <a:t>Counts the consistency of the recurring of sad IDs</a:t>
          </a:r>
          <a:endParaRPr lang="en-IN" dirty="0"/>
        </a:p>
      </dgm:t>
    </dgm:pt>
    <dgm:pt modelId="{E4FF90DA-AA93-4CE3-A47A-19ADDBA50EA6}" type="parTrans" cxnId="{CDE7A8DB-442F-47EC-A1D3-7AB9B4193627}">
      <dgm:prSet/>
      <dgm:spPr/>
      <dgm:t>
        <a:bodyPr/>
        <a:lstStyle/>
        <a:p>
          <a:endParaRPr lang="en-IN"/>
        </a:p>
      </dgm:t>
    </dgm:pt>
    <dgm:pt modelId="{58D28E3E-7935-4472-A13B-6355586D69EE}" type="sibTrans" cxnId="{CDE7A8DB-442F-47EC-A1D3-7AB9B4193627}">
      <dgm:prSet/>
      <dgm:spPr/>
      <dgm:t>
        <a:bodyPr/>
        <a:lstStyle/>
        <a:p>
          <a:endParaRPr lang="en-IN"/>
        </a:p>
      </dgm:t>
    </dgm:pt>
    <dgm:pt modelId="{6F5E3538-567F-4644-8436-6FF0C4C04864}">
      <dgm:prSet phldrT="[Text]"/>
      <dgm:spPr/>
      <dgm:t>
        <a:bodyPr/>
        <a:lstStyle/>
        <a:p>
          <a:r>
            <a:rPr lang="en-US" dirty="0"/>
            <a:t>Alerts the college or school system </a:t>
          </a:r>
          <a:endParaRPr lang="en-IN" dirty="0"/>
        </a:p>
      </dgm:t>
    </dgm:pt>
    <dgm:pt modelId="{460B3DE6-C7B0-418E-9E2C-CCCADEAAE4C7}" type="parTrans" cxnId="{EB5AC48B-2FC8-4A49-AD7E-1425274C676C}">
      <dgm:prSet/>
      <dgm:spPr/>
      <dgm:t>
        <a:bodyPr/>
        <a:lstStyle/>
        <a:p>
          <a:endParaRPr lang="en-IN"/>
        </a:p>
      </dgm:t>
    </dgm:pt>
    <dgm:pt modelId="{6B45CD40-11B4-413F-A65E-7A0061EFA14E}" type="sibTrans" cxnId="{EB5AC48B-2FC8-4A49-AD7E-1425274C676C}">
      <dgm:prSet/>
      <dgm:spPr/>
      <dgm:t>
        <a:bodyPr/>
        <a:lstStyle/>
        <a:p>
          <a:endParaRPr lang="en-IN"/>
        </a:p>
      </dgm:t>
    </dgm:pt>
    <dgm:pt modelId="{E3833F75-A11B-4BDD-81A4-66A704B70F4A}">
      <dgm:prSet phldrT="[Text]"/>
      <dgm:spPr/>
      <dgm:t>
        <a:bodyPr/>
        <a:lstStyle/>
        <a:p>
          <a:r>
            <a:rPr lang="en-US" dirty="0"/>
            <a:t>Output Emotional Score</a:t>
          </a:r>
          <a:endParaRPr lang="en-IN" dirty="0"/>
        </a:p>
      </dgm:t>
    </dgm:pt>
    <dgm:pt modelId="{D92010D7-7B27-4809-B01D-3A3F0C987CC0}" type="parTrans" cxnId="{6244FE1A-C177-4605-A0AF-379213B03F3F}">
      <dgm:prSet/>
      <dgm:spPr/>
      <dgm:t>
        <a:bodyPr/>
        <a:lstStyle/>
        <a:p>
          <a:endParaRPr lang="en-IN"/>
        </a:p>
      </dgm:t>
    </dgm:pt>
    <dgm:pt modelId="{46EB24C5-0019-4250-926C-CEF923DE00C6}" type="sibTrans" cxnId="{6244FE1A-C177-4605-A0AF-379213B03F3F}">
      <dgm:prSet/>
      <dgm:spPr/>
      <dgm:t>
        <a:bodyPr/>
        <a:lstStyle/>
        <a:p>
          <a:endParaRPr lang="en-IN"/>
        </a:p>
      </dgm:t>
    </dgm:pt>
    <dgm:pt modelId="{01A6235D-8CEE-45C7-9A1E-32AE1967FAD3}" type="pres">
      <dgm:prSet presAssocID="{457DC0CA-6276-4545-82BB-AEF95E4931BB}" presName="Name0" presStyleCnt="0">
        <dgm:presLayoutVars>
          <dgm:dir/>
          <dgm:resizeHandles val="exact"/>
        </dgm:presLayoutVars>
      </dgm:prSet>
      <dgm:spPr/>
    </dgm:pt>
    <dgm:pt modelId="{EFDBB76C-BD6E-4BE6-A9AA-C9F3569A7151}" type="pres">
      <dgm:prSet presAssocID="{081B1059-E53A-44FB-9145-5B2CBA9D3C25}" presName="node" presStyleLbl="node1" presStyleIdx="0" presStyleCnt="7">
        <dgm:presLayoutVars>
          <dgm:bulletEnabled val="1"/>
        </dgm:presLayoutVars>
      </dgm:prSet>
      <dgm:spPr/>
    </dgm:pt>
    <dgm:pt modelId="{C431C852-8551-44B5-BF01-989315D61DE3}" type="pres">
      <dgm:prSet presAssocID="{262169BF-6852-4BD2-8AAA-3831F2F4CE3B}" presName="sibTrans" presStyleLbl="sibTrans2D1" presStyleIdx="0" presStyleCnt="6"/>
      <dgm:spPr/>
    </dgm:pt>
    <dgm:pt modelId="{DBCD9EF0-73B2-49EC-9CF9-E53C71A350F2}" type="pres">
      <dgm:prSet presAssocID="{262169BF-6852-4BD2-8AAA-3831F2F4CE3B}" presName="connectorText" presStyleLbl="sibTrans2D1" presStyleIdx="0" presStyleCnt="6"/>
      <dgm:spPr/>
    </dgm:pt>
    <dgm:pt modelId="{37F3C109-C10F-4933-AA1F-A5FA4A5B2B37}" type="pres">
      <dgm:prSet presAssocID="{94C8DDF1-43E4-4248-91A2-4D580CC32B2D}" presName="node" presStyleLbl="node1" presStyleIdx="1" presStyleCnt="7">
        <dgm:presLayoutVars>
          <dgm:bulletEnabled val="1"/>
        </dgm:presLayoutVars>
      </dgm:prSet>
      <dgm:spPr/>
    </dgm:pt>
    <dgm:pt modelId="{A897B607-65E7-4A1D-BC81-8829D0FCE44D}" type="pres">
      <dgm:prSet presAssocID="{9CD17DB3-F697-4085-AC2D-5BC7A8FA9942}" presName="sibTrans" presStyleLbl="sibTrans2D1" presStyleIdx="1" presStyleCnt="6"/>
      <dgm:spPr/>
    </dgm:pt>
    <dgm:pt modelId="{952A32FA-928C-4509-A08F-4BBDE4CE66C6}" type="pres">
      <dgm:prSet presAssocID="{9CD17DB3-F697-4085-AC2D-5BC7A8FA9942}" presName="connectorText" presStyleLbl="sibTrans2D1" presStyleIdx="1" presStyleCnt="6"/>
      <dgm:spPr/>
    </dgm:pt>
    <dgm:pt modelId="{24803A46-AEB2-4B92-B602-72A36EAB3D1D}" type="pres">
      <dgm:prSet presAssocID="{585E1CC8-1A9A-4211-B212-EAF2891286AD}" presName="node" presStyleLbl="node1" presStyleIdx="2" presStyleCnt="7">
        <dgm:presLayoutVars>
          <dgm:bulletEnabled val="1"/>
        </dgm:presLayoutVars>
      </dgm:prSet>
      <dgm:spPr/>
    </dgm:pt>
    <dgm:pt modelId="{5374A25C-B128-4F30-906A-BADB8EC53200}" type="pres">
      <dgm:prSet presAssocID="{26FEEB2D-8D12-4F04-81A7-672667A2767B}" presName="sibTrans" presStyleLbl="sibTrans2D1" presStyleIdx="2" presStyleCnt="6"/>
      <dgm:spPr/>
    </dgm:pt>
    <dgm:pt modelId="{4A05FFC4-86A2-4F0B-911C-EFFC209E4037}" type="pres">
      <dgm:prSet presAssocID="{26FEEB2D-8D12-4F04-81A7-672667A2767B}" presName="connectorText" presStyleLbl="sibTrans2D1" presStyleIdx="2" presStyleCnt="6"/>
      <dgm:spPr/>
    </dgm:pt>
    <dgm:pt modelId="{C2274162-DF77-4C57-A86C-163C115CFFD7}" type="pres">
      <dgm:prSet presAssocID="{E3833F75-A11B-4BDD-81A4-66A704B70F4A}" presName="node" presStyleLbl="node1" presStyleIdx="3" presStyleCnt="7">
        <dgm:presLayoutVars>
          <dgm:bulletEnabled val="1"/>
        </dgm:presLayoutVars>
      </dgm:prSet>
      <dgm:spPr/>
    </dgm:pt>
    <dgm:pt modelId="{AF113F30-12B0-46E9-B42E-530616CEE4E1}" type="pres">
      <dgm:prSet presAssocID="{46EB24C5-0019-4250-926C-CEF923DE00C6}" presName="sibTrans" presStyleLbl="sibTrans2D1" presStyleIdx="3" presStyleCnt="6"/>
      <dgm:spPr/>
    </dgm:pt>
    <dgm:pt modelId="{AF95817A-6BC7-4BAA-B015-ED5920C3E4A8}" type="pres">
      <dgm:prSet presAssocID="{46EB24C5-0019-4250-926C-CEF923DE00C6}" presName="connectorText" presStyleLbl="sibTrans2D1" presStyleIdx="3" presStyleCnt="6"/>
      <dgm:spPr/>
    </dgm:pt>
    <dgm:pt modelId="{454AE365-D9B5-4155-904C-2749FBC34341}" type="pres">
      <dgm:prSet presAssocID="{83F08B81-860F-4251-A01B-A6E090A38C83}" presName="node" presStyleLbl="node1" presStyleIdx="4" presStyleCnt="7">
        <dgm:presLayoutVars>
          <dgm:bulletEnabled val="1"/>
        </dgm:presLayoutVars>
      </dgm:prSet>
      <dgm:spPr/>
    </dgm:pt>
    <dgm:pt modelId="{249D0D86-1C19-4E60-AC24-F4104CFA232F}" type="pres">
      <dgm:prSet presAssocID="{8BC89BC4-8B09-4E6A-8A77-9C7F362780C9}" presName="sibTrans" presStyleLbl="sibTrans2D1" presStyleIdx="4" presStyleCnt="6"/>
      <dgm:spPr/>
    </dgm:pt>
    <dgm:pt modelId="{C982C703-F9BC-4431-8DBB-22D3578D9A46}" type="pres">
      <dgm:prSet presAssocID="{8BC89BC4-8B09-4E6A-8A77-9C7F362780C9}" presName="connectorText" presStyleLbl="sibTrans2D1" presStyleIdx="4" presStyleCnt="6"/>
      <dgm:spPr/>
    </dgm:pt>
    <dgm:pt modelId="{F817D596-DF41-4715-8E1B-32CC6BC37BEE}" type="pres">
      <dgm:prSet presAssocID="{903F131F-A8A5-4D4B-8F3B-158C0A00E719}" presName="node" presStyleLbl="node1" presStyleIdx="5" presStyleCnt="7">
        <dgm:presLayoutVars>
          <dgm:bulletEnabled val="1"/>
        </dgm:presLayoutVars>
      </dgm:prSet>
      <dgm:spPr/>
    </dgm:pt>
    <dgm:pt modelId="{DF05F5C7-A3FE-4207-84FA-A030D9672A3D}" type="pres">
      <dgm:prSet presAssocID="{58D28E3E-7935-4472-A13B-6355586D69EE}" presName="sibTrans" presStyleLbl="sibTrans2D1" presStyleIdx="5" presStyleCnt="6"/>
      <dgm:spPr/>
    </dgm:pt>
    <dgm:pt modelId="{884940CA-A371-43DE-A931-E865300EC0D3}" type="pres">
      <dgm:prSet presAssocID="{58D28E3E-7935-4472-A13B-6355586D69EE}" presName="connectorText" presStyleLbl="sibTrans2D1" presStyleIdx="5" presStyleCnt="6"/>
      <dgm:spPr/>
    </dgm:pt>
    <dgm:pt modelId="{935EBE75-6C41-4BF8-8E73-2F0E639A9486}" type="pres">
      <dgm:prSet presAssocID="{6F5E3538-567F-4644-8436-6FF0C4C04864}" presName="node" presStyleLbl="node1" presStyleIdx="6" presStyleCnt="7">
        <dgm:presLayoutVars>
          <dgm:bulletEnabled val="1"/>
        </dgm:presLayoutVars>
      </dgm:prSet>
      <dgm:spPr/>
    </dgm:pt>
  </dgm:ptLst>
  <dgm:cxnLst>
    <dgm:cxn modelId="{9F1F4804-B227-4C42-8988-7D47F74E5FC5}" type="presOf" srcId="{58D28E3E-7935-4472-A13B-6355586D69EE}" destId="{DF05F5C7-A3FE-4207-84FA-A030D9672A3D}" srcOrd="0" destOrd="0" presId="urn:microsoft.com/office/officeart/2005/8/layout/process1"/>
    <dgm:cxn modelId="{D7CC0310-A5AA-4B11-A084-B88A46FF04CB}" type="presOf" srcId="{457DC0CA-6276-4545-82BB-AEF95E4931BB}" destId="{01A6235D-8CEE-45C7-9A1E-32AE1967FAD3}" srcOrd="0" destOrd="0" presId="urn:microsoft.com/office/officeart/2005/8/layout/process1"/>
    <dgm:cxn modelId="{6DBD5317-63EC-43D9-939A-E8C3F32D88D5}" type="presOf" srcId="{6F5E3538-567F-4644-8436-6FF0C4C04864}" destId="{935EBE75-6C41-4BF8-8E73-2F0E639A9486}" srcOrd="0" destOrd="0" presId="urn:microsoft.com/office/officeart/2005/8/layout/process1"/>
    <dgm:cxn modelId="{6244FE1A-C177-4605-A0AF-379213B03F3F}" srcId="{457DC0CA-6276-4545-82BB-AEF95E4931BB}" destId="{E3833F75-A11B-4BDD-81A4-66A704B70F4A}" srcOrd="3" destOrd="0" parTransId="{D92010D7-7B27-4809-B01D-3A3F0C987CC0}" sibTransId="{46EB24C5-0019-4250-926C-CEF923DE00C6}"/>
    <dgm:cxn modelId="{64256828-9FA4-4368-A5F0-F8719ADC1049}" srcId="{457DC0CA-6276-4545-82BB-AEF95E4931BB}" destId="{585E1CC8-1A9A-4211-B212-EAF2891286AD}" srcOrd="2" destOrd="0" parTransId="{F9BE12A3-D2B6-49B1-8234-6D5E23562551}" sibTransId="{26FEEB2D-8D12-4F04-81A7-672667A2767B}"/>
    <dgm:cxn modelId="{1B82592D-339D-4F3B-9894-320CC376AC41}" srcId="{457DC0CA-6276-4545-82BB-AEF95E4931BB}" destId="{83F08B81-860F-4251-A01B-A6E090A38C83}" srcOrd="4" destOrd="0" parTransId="{33E648C3-677A-4F08-9648-C7031843A3E5}" sibTransId="{8BC89BC4-8B09-4E6A-8A77-9C7F362780C9}"/>
    <dgm:cxn modelId="{3BB84C34-2149-437E-A1B1-E25CE139532B}" type="presOf" srcId="{46EB24C5-0019-4250-926C-CEF923DE00C6}" destId="{AF113F30-12B0-46E9-B42E-530616CEE4E1}" srcOrd="0" destOrd="0" presId="urn:microsoft.com/office/officeart/2005/8/layout/process1"/>
    <dgm:cxn modelId="{D6DF923A-F264-473C-9D53-A79A14EE30A6}" type="presOf" srcId="{26FEEB2D-8D12-4F04-81A7-672667A2767B}" destId="{5374A25C-B128-4F30-906A-BADB8EC53200}" srcOrd="0" destOrd="0" presId="urn:microsoft.com/office/officeart/2005/8/layout/process1"/>
    <dgm:cxn modelId="{7C4F723D-70EE-46E9-A57E-050726838591}" type="presOf" srcId="{585E1CC8-1A9A-4211-B212-EAF2891286AD}" destId="{24803A46-AEB2-4B92-B602-72A36EAB3D1D}" srcOrd="0" destOrd="0" presId="urn:microsoft.com/office/officeart/2005/8/layout/process1"/>
    <dgm:cxn modelId="{E3BADC5B-8B35-4D63-81F6-38ACE96FD761}" srcId="{457DC0CA-6276-4545-82BB-AEF95E4931BB}" destId="{081B1059-E53A-44FB-9145-5B2CBA9D3C25}" srcOrd="0" destOrd="0" parTransId="{5677153D-6DF4-423D-B754-41753F26882A}" sibTransId="{262169BF-6852-4BD2-8AAA-3831F2F4CE3B}"/>
    <dgm:cxn modelId="{4CE2C265-1F31-42BC-9E5B-1B373DA2C4C4}" type="presOf" srcId="{26FEEB2D-8D12-4F04-81A7-672667A2767B}" destId="{4A05FFC4-86A2-4F0B-911C-EFFC209E4037}" srcOrd="1" destOrd="0" presId="urn:microsoft.com/office/officeart/2005/8/layout/process1"/>
    <dgm:cxn modelId="{ABDCD94D-8273-4B8F-9B3B-DC846071D94D}" srcId="{457DC0CA-6276-4545-82BB-AEF95E4931BB}" destId="{94C8DDF1-43E4-4248-91A2-4D580CC32B2D}" srcOrd="1" destOrd="0" parTransId="{03E616E6-D869-452E-8165-391A9B8C1F36}" sibTransId="{9CD17DB3-F697-4085-AC2D-5BC7A8FA9942}"/>
    <dgm:cxn modelId="{60791055-2A08-46F7-AF12-AD905A87C5A1}" type="presOf" srcId="{081B1059-E53A-44FB-9145-5B2CBA9D3C25}" destId="{EFDBB76C-BD6E-4BE6-A9AA-C9F3569A7151}" srcOrd="0" destOrd="0" presId="urn:microsoft.com/office/officeart/2005/8/layout/process1"/>
    <dgm:cxn modelId="{724F7455-9726-484C-80C9-29890C3459F8}" type="presOf" srcId="{262169BF-6852-4BD2-8AAA-3831F2F4CE3B}" destId="{DBCD9EF0-73B2-49EC-9CF9-E53C71A350F2}" srcOrd="1" destOrd="0" presId="urn:microsoft.com/office/officeart/2005/8/layout/process1"/>
    <dgm:cxn modelId="{0D045C7C-1397-47F9-9CE8-B8DC574058A1}" type="presOf" srcId="{9CD17DB3-F697-4085-AC2D-5BC7A8FA9942}" destId="{952A32FA-928C-4509-A08F-4BBDE4CE66C6}" srcOrd="1" destOrd="0" presId="urn:microsoft.com/office/officeart/2005/8/layout/process1"/>
    <dgm:cxn modelId="{86E2C883-8319-44A6-897A-8FF0F271C0B2}" type="presOf" srcId="{903F131F-A8A5-4D4B-8F3B-158C0A00E719}" destId="{F817D596-DF41-4715-8E1B-32CC6BC37BEE}" srcOrd="0" destOrd="0" presId="urn:microsoft.com/office/officeart/2005/8/layout/process1"/>
    <dgm:cxn modelId="{6EC5B986-3A02-4522-9D86-ACEA93D5E7DF}" type="presOf" srcId="{58D28E3E-7935-4472-A13B-6355586D69EE}" destId="{884940CA-A371-43DE-A931-E865300EC0D3}" srcOrd="1" destOrd="0" presId="urn:microsoft.com/office/officeart/2005/8/layout/process1"/>
    <dgm:cxn modelId="{EB5AC48B-2FC8-4A49-AD7E-1425274C676C}" srcId="{457DC0CA-6276-4545-82BB-AEF95E4931BB}" destId="{6F5E3538-567F-4644-8436-6FF0C4C04864}" srcOrd="6" destOrd="0" parTransId="{460B3DE6-C7B0-418E-9E2C-CCCADEAAE4C7}" sibTransId="{6B45CD40-11B4-413F-A65E-7A0061EFA14E}"/>
    <dgm:cxn modelId="{633A808E-2410-4136-BC89-CD2F4BCBE572}" type="presOf" srcId="{8BC89BC4-8B09-4E6A-8A77-9C7F362780C9}" destId="{249D0D86-1C19-4E60-AC24-F4104CFA232F}" srcOrd="0" destOrd="0" presId="urn:microsoft.com/office/officeart/2005/8/layout/process1"/>
    <dgm:cxn modelId="{B454BF9B-F03E-4343-A642-D139E166067D}" type="presOf" srcId="{E3833F75-A11B-4BDD-81A4-66A704B70F4A}" destId="{C2274162-DF77-4C57-A86C-163C115CFFD7}" srcOrd="0" destOrd="0" presId="urn:microsoft.com/office/officeart/2005/8/layout/process1"/>
    <dgm:cxn modelId="{C8A6F7AE-6304-4C30-80B4-6756D55EE03E}" type="presOf" srcId="{9CD17DB3-F697-4085-AC2D-5BC7A8FA9942}" destId="{A897B607-65E7-4A1D-BC81-8829D0FCE44D}" srcOrd="0" destOrd="0" presId="urn:microsoft.com/office/officeart/2005/8/layout/process1"/>
    <dgm:cxn modelId="{314664BD-F680-4B32-81D7-4BF684F81560}" type="presOf" srcId="{46EB24C5-0019-4250-926C-CEF923DE00C6}" destId="{AF95817A-6BC7-4BAA-B015-ED5920C3E4A8}" srcOrd="1" destOrd="0" presId="urn:microsoft.com/office/officeart/2005/8/layout/process1"/>
    <dgm:cxn modelId="{C5EE4EC9-CFF1-4580-A6CA-866862E6A620}" type="presOf" srcId="{94C8DDF1-43E4-4248-91A2-4D580CC32B2D}" destId="{37F3C109-C10F-4933-AA1F-A5FA4A5B2B37}" srcOrd="0" destOrd="0" presId="urn:microsoft.com/office/officeart/2005/8/layout/process1"/>
    <dgm:cxn modelId="{577987D7-12AA-4C5B-A82F-9671CB4BFB47}" type="presOf" srcId="{83F08B81-860F-4251-A01B-A6E090A38C83}" destId="{454AE365-D9B5-4155-904C-2749FBC34341}" srcOrd="0" destOrd="0" presId="urn:microsoft.com/office/officeart/2005/8/layout/process1"/>
    <dgm:cxn modelId="{CDE7A8DB-442F-47EC-A1D3-7AB9B4193627}" srcId="{457DC0CA-6276-4545-82BB-AEF95E4931BB}" destId="{903F131F-A8A5-4D4B-8F3B-158C0A00E719}" srcOrd="5" destOrd="0" parTransId="{E4FF90DA-AA93-4CE3-A47A-19ADDBA50EA6}" sibTransId="{58D28E3E-7935-4472-A13B-6355586D69EE}"/>
    <dgm:cxn modelId="{5AE151EE-BC74-4D17-A361-E86771F59011}" type="presOf" srcId="{262169BF-6852-4BD2-8AAA-3831F2F4CE3B}" destId="{C431C852-8551-44B5-BF01-989315D61DE3}" srcOrd="0" destOrd="0" presId="urn:microsoft.com/office/officeart/2005/8/layout/process1"/>
    <dgm:cxn modelId="{C68057F2-B126-4DC3-AF3C-298D096C72FA}" type="presOf" srcId="{8BC89BC4-8B09-4E6A-8A77-9C7F362780C9}" destId="{C982C703-F9BC-4431-8DBB-22D3578D9A46}" srcOrd="1" destOrd="0" presId="urn:microsoft.com/office/officeart/2005/8/layout/process1"/>
    <dgm:cxn modelId="{C506A27A-277C-4CD8-854A-6F0DDA709E61}" type="presParOf" srcId="{01A6235D-8CEE-45C7-9A1E-32AE1967FAD3}" destId="{EFDBB76C-BD6E-4BE6-A9AA-C9F3569A7151}" srcOrd="0" destOrd="0" presId="urn:microsoft.com/office/officeart/2005/8/layout/process1"/>
    <dgm:cxn modelId="{E30CAC5A-89FC-4C5B-BFE9-EAD17B644CE1}" type="presParOf" srcId="{01A6235D-8CEE-45C7-9A1E-32AE1967FAD3}" destId="{C431C852-8551-44B5-BF01-989315D61DE3}" srcOrd="1" destOrd="0" presId="urn:microsoft.com/office/officeart/2005/8/layout/process1"/>
    <dgm:cxn modelId="{692B1CBA-9A1D-436F-A9BE-7144965CC58F}" type="presParOf" srcId="{C431C852-8551-44B5-BF01-989315D61DE3}" destId="{DBCD9EF0-73B2-49EC-9CF9-E53C71A350F2}" srcOrd="0" destOrd="0" presId="urn:microsoft.com/office/officeart/2005/8/layout/process1"/>
    <dgm:cxn modelId="{4A1F1A3D-FD70-4642-859A-634B67FEC361}" type="presParOf" srcId="{01A6235D-8CEE-45C7-9A1E-32AE1967FAD3}" destId="{37F3C109-C10F-4933-AA1F-A5FA4A5B2B37}" srcOrd="2" destOrd="0" presId="urn:microsoft.com/office/officeart/2005/8/layout/process1"/>
    <dgm:cxn modelId="{A78ED921-933E-4F37-BE3D-18F995658D8D}" type="presParOf" srcId="{01A6235D-8CEE-45C7-9A1E-32AE1967FAD3}" destId="{A897B607-65E7-4A1D-BC81-8829D0FCE44D}" srcOrd="3" destOrd="0" presId="urn:microsoft.com/office/officeart/2005/8/layout/process1"/>
    <dgm:cxn modelId="{ED410DE1-EAF9-48B8-95AF-8E8B53D43B30}" type="presParOf" srcId="{A897B607-65E7-4A1D-BC81-8829D0FCE44D}" destId="{952A32FA-928C-4509-A08F-4BBDE4CE66C6}" srcOrd="0" destOrd="0" presId="urn:microsoft.com/office/officeart/2005/8/layout/process1"/>
    <dgm:cxn modelId="{8CDB076B-4720-49E1-A83E-FF27297C5421}" type="presParOf" srcId="{01A6235D-8CEE-45C7-9A1E-32AE1967FAD3}" destId="{24803A46-AEB2-4B92-B602-72A36EAB3D1D}" srcOrd="4" destOrd="0" presId="urn:microsoft.com/office/officeart/2005/8/layout/process1"/>
    <dgm:cxn modelId="{81861718-C9E1-4ADE-8DD3-254BE6A84527}" type="presParOf" srcId="{01A6235D-8CEE-45C7-9A1E-32AE1967FAD3}" destId="{5374A25C-B128-4F30-906A-BADB8EC53200}" srcOrd="5" destOrd="0" presId="urn:microsoft.com/office/officeart/2005/8/layout/process1"/>
    <dgm:cxn modelId="{6775C0E8-9752-4B8D-8685-FE696F69D4C9}" type="presParOf" srcId="{5374A25C-B128-4F30-906A-BADB8EC53200}" destId="{4A05FFC4-86A2-4F0B-911C-EFFC209E4037}" srcOrd="0" destOrd="0" presId="urn:microsoft.com/office/officeart/2005/8/layout/process1"/>
    <dgm:cxn modelId="{E80400B7-41DA-454E-987B-913D545406E4}" type="presParOf" srcId="{01A6235D-8CEE-45C7-9A1E-32AE1967FAD3}" destId="{C2274162-DF77-4C57-A86C-163C115CFFD7}" srcOrd="6" destOrd="0" presId="urn:microsoft.com/office/officeart/2005/8/layout/process1"/>
    <dgm:cxn modelId="{DA8CC12E-744B-49F7-93D5-51DA91041952}" type="presParOf" srcId="{01A6235D-8CEE-45C7-9A1E-32AE1967FAD3}" destId="{AF113F30-12B0-46E9-B42E-530616CEE4E1}" srcOrd="7" destOrd="0" presId="urn:microsoft.com/office/officeart/2005/8/layout/process1"/>
    <dgm:cxn modelId="{198BB109-8011-4FD1-81F7-6CC404AB1FBD}" type="presParOf" srcId="{AF113F30-12B0-46E9-B42E-530616CEE4E1}" destId="{AF95817A-6BC7-4BAA-B015-ED5920C3E4A8}" srcOrd="0" destOrd="0" presId="urn:microsoft.com/office/officeart/2005/8/layout/process1"/>
    <dgm:cxn modelId="{1D83ADDE-BE42-4E38-B49C-2FC6658ACE7C}" type="presParOf" srcId="{01A6235D-8CEE-45C7-9A1E-32AE1967FAD3}" destId="{454AE365-D9B5-4155-904C-2749FBC34341}" srcOrd="8" destOrd="0" presId="urn:microsoft.com/office/officeart/2005/8/layout/process1"/>
    <dgm:cxn modelId="{979CCD9D-348C-4F47-AF12-8DB531A3DE46}" type="presParOf" srcId="{01A6235D-8CEE-45C7-9A1E-32AE1967FAD3}" destId="{249D0D86-1C19-4E60-AC24-F4104CFA232F}" srcOrd="9" destOrd="0" presId="urn:microsoft.com/office/officeart/2005/8/layout/process1"/>
    <dgm:cxn modelId="{22755252-B0C0-4038-97B3-7634BD40874C}" type="presParOf" srcId="{249D0D86-1C19-4E60-AC24-F4104CFA232F}" destId="{C982C703-F9BC-4431-8DBB-22D3578D9A46}" srcOrd="0" destOrd="0" presId="urn:microsoft.com/office/officeart/2005/8/layout/process1"/>
    <dgm:cxn modelId="{7D93774A-484B-432C-8A81-49024A0AF533}" type="presParOf" srcId="{01A6235D-8CEE-45C7-9A1E-32AE1967FAD3}" destId="{F817D596-DF41-4715-8E1B-32CC6BC37BEE}" srcOrd="10" destOrd="0" presId="urn:microsoft.com/office/officeart/2005/8/layout/process1"/>
    <dgm:cxn modelId="{BC17F53A-8B83-4CB9-AB69-F2A94CCECD3B}" type="presParOf" srcId="{01A6235D-8CEE-45C7-9A1E-32AE1967FAD3}" destId="{DF05F5C7-A3FE-4207-84FA-A030D9672A3D}" srcOrd="11" destOrd="0" presId="urn:microsoft.com/office/officeart/2005/8/layout/process1"/>
    <dgm:cxn modelId="{36E35868-3992-4558-B33B-BD80F1138944}" type="presParOf" srcId="{DF05F5C7-A3FE-4207-84FA-A030D9672A3D}" destId="{884940CA-A371-43DE-A931-E865300EC0D3}" srcOrd="0" destOrd="0" presId="urn:microsoft.com/office/officeart/2005/8/layout/process1"/>
    <dgm:cxn modelId="{700CB00F-D16E-43FE-86FB-E801F0E4310A}" type="presParOf" srcId="{01A6235D-8CEE-45C7-9A1E-32AE1967FAD3}" destId="{935EBE75-6C41-4BF8-8E73-2F0E639A9486}" srcOrd="12"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DBB76C-BD6E-4BE6-A9AA-C9F3569A7151}">
      <dsp:nvSpPr>
        <dsp:cNvPr id="0" name=""/>
        <dsp:cNvSpPr/>
      </dsp:nvSpPr>
      <dsp:spPr>
        <a:xfrm>
          <a:off x="2536" y="1491010"/>
          <a:ext cx="960595" cy="144089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Input Code</a:t>
          </a:r>
          <a:endParaRPr lang="en-IN" sz="1300" kern="1200" dirty="0"/>
        </a:p>
      </dsp:txBody>
      <dsp:txXfrm>
        <a:off x="30671" y="1519145"/>
        <a:ext cx="904325" cy="1384622"/>
      </dsp:txXfrm>
    </dsp:sp>
    <dsp:sp modelId="{C431C852-8551-44B5-BF01-989315D61DE3}">
      <dsp:nvSpPr>
        <dsp:cNvPr id="0" name=""/>
        <dsp:cNvSpPr/>
      </dsp:nvSpPr>
      <dsp:spPr>
        <a:xfrm>
          <a:off x="1059191" y="2092342"/>
          <a:ext cx="203646" cy="23822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IN" sz="1000" kern="1200"/>
        </a:p>
      </dsp:txBody>
      <dsp:txXfrm>
        <a:off x="1059191" y="2139987"/>
        <a:ext cx="142552" cy="142937"/>
      </dsp:txXfrm>
    </dsp:sp>
    <dsp:sp modelId="{37F3C109-C10F-4933-AA1F-A5FA4A5B2B37}">
      <dsp:nvSpPr>
        <dsp:cNvPr id="0" name=""/>
        <dsp:cNvSpPr/>
      </dsp:nvSpPr>
      <dsp:spPr>
        <a:xfrm>
          <a:off x="1347369" y="1491010"/>
          <a:ext cx="960595" cy="144089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Webcam Opens</a:t>
          </a:r>
          <a:endParaRPr lang="en-IN" sz="1300" kern="1200" dirty="0"/>
        </a:p>
      </dsp:txBody>
      <dsp:txXfrm>
        <a:off x="1375504" y="1519145"/>
        <a:ext cx="904325" cy="1384622"/>
      </dsp:txXfrm>
    </dsp:sp>
    <dsp:sp modelId="{A897B607-65E7-4A1D-BC81-8829D0FCE44D}">
      <dsp:nvSpPr>
        <dsp:cNvPr id="0" name=""/>
        <dsp:cNvSpPr/>
      </dsp:nvSpPr>
      <dsp:spPr>
        <a:xfrm>
          <a:off x="2404024" y="2092342"/>
          <a:ext cx="203646" cy="23822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IN" sz="1000" kern="1200"/>
        </a:p>
      </dsp:txBody>
      <dsp:txXfrm>
        <a:off x="2404024" y="2139987"/>
        <a:ext cx="142552" cy="142937"/>
      </dsp:txXfrm>
    </dsp:sp>
    <dsp:sp modelId="{24803A46-AEB2-4B92-B602-72A36EAB3D1D}">
      <dsp:nvSpPr>
        <dsp:cNvPr id="0" name=""/>
        <dsp:cNvSpPr/>
      </dsp:nvSpPr>
      <dsp:spPr>
        <a:xfrm>
          <a:off x="2692203" y="1491010"/>
          <a:ext cx="960595" cy="144089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Emotions of Face Detected</a:t>
          </a:r>
          <a:endParaRPr lang="en-IN" sz="1300" kern="1200" dirty="0"/>
        </a:p>
      </dsp:txBody>
      <dsp:txXfrm>
        <a:off x="2720338" y="1519145"/>
        <a:ext cx="904325" cy="1384622"/>
      </dsp:txXfrm>
    </dsp:sp>
    <dsp:sp modelId="{5374A25C-B128-4F30-906A-BADB8EC53200}">
      <dsp:nvSpPr>
        <dsp:cNvPr id="0" name=""/>
        <dsp:cNvSpPr/>
      </dsp:nvSpPr>
      <dsp:spPr>
        <a:xfrm>
          <a:off x="3748857" y="2092342"/>
          <a:ext cx="203646" cy="23822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IN" sz="1000" kern="1200"/>
        </a:p>
      </dsp:txBody>
      <dsp:txXfrm>
        <a:off x="3748857" y="2139987"/>
        <a:ext cx="142552" cy="142937"/>
      </dsp:txXfrm>
    </dsp:sp>
    <dsp:sp modelId="{C2274162-DF77-4C57-A86C-163C115CFFD7}">
      <dsp:nvSpPr>
        <dsp:cNvPr id="0" name=""/>
        <dsp:cNvSpPr/>
      </dsp:nvSpPr>
      <dsp:spPr>
        <a:xfrm>
          <a:off x="4037036" y="1491010"/>
          <a:ext cx="960595" cy="144089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Output Emotional Score</a:t>
          </a:r>
          <a:endParaRPr lang="en-IN" sz="1300" kern="1200" dirty="0"/>
        </a:p>
      </dsp:txBody>
      <dsp:txXfrm>
        <a:off x="4065171" y="1519145"/>
        <a:ext cx="904325" cy="1384622"/>
      </dsp:txXfrm>
    </dsp:sp>
    <dsp:sp modelId="{AF113F30-12B0-46E9-B42E-530616CEE4E1}">
      <dsp:nvSpPr>
        <dsp:cNvPr id="0" name=""/>
        <dsp:cNvSpPr/>
      </dsp:nvSpPr>
      <dsp:spPr>
        <a:xfrm>
          <a:off x="5093691" y="2092342"/>
          <a:ext cx="203646" cy="23822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IN" sz="1000" kern="1200"/>
        </a:p>
      </dsp:txBody>
      <dsp:txXfrm>
        <a:off x="5093691" y="2139987"/>
        <a:ext cx="142552" cy="142937"/>
      </dsp:txXfrm>
    </dsp:sp>
    <dsp:sp modelId="{454AE365-D9B5-4155-904C-2749FBC34341}">
      <dsp:nvSpPr>
        <dsp:cNvPr id="0" name=""/>
        <dsp:cNvSpPr/>
      </dsp:nvSpPr>
      <dsp:spPr>
        <a:xfrm>
          <a:off x="5381869" y="1491010"/>
          <a:ext cx="960595" cy="144089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Filters the Sad emotions with respect to individual IDs</a:t>
          </a:r>
          <a:endParaRPr lang="en-IN" sz="1300" kern="1200" dirty="0"/>
        </a:p>
      </dsp:txBody>
      <dsp:txXfrm>
        <a:off x="5410004" y="1519145"/>
        <a:ext cx="904325" cy="1384622"/>
      </dsp:txXfrm>
    </dsp:sp>
    <dsp:sp modelId="{249D0D86-1C19-4E60-AC24-F4104CFA232F}">
      <dsp:nvSpPr>
        <dsp:cNvPr id="0" name=""/>
        <dsp:cNvSpPr/>
      </dsp:nvSpPr>
      <dsp:spPr>
        <a:xfrm>
          <a:off x="6438524" y="2092342"/>
          <a:ext cx="203646" cy="23822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IN" sz="1000" kern="1200"/>
        </a:p>
      </dsp:txBody>
      <dsp:txXfrm>
        <a:off x="6438524" y="2139987"/>
        <a:ext cx="142552" cy="142937"/>
      </dsp:txXfrm>
    </dsp:sp>
    <dsp:sp modelId="{F817D596-DF41-4715-8E1B-32CC6BC37BEE}">
      <dsp:nvSpPr>
        <dsp:cNvPr id="0" name=""/>
        <dsp:cNvSpPr/>
      </dsp:nvSpPr>
      <dsp:spPr>
        <a:xfrm>
          <a:off x="6726702" y="1491010"/>
          <a:ext cx="960595" cy="144089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Counts the consistency of the recurring of sad IDs</a:t>
          </a:r>
          <a:endParaRPr lang="en-IN" sz="1300" kern="1200" dirty="0"/>
        </a:p>
      </dsp:txBody>
      <dsp:txXfrm>
        <a:off x="6754837" y="1519145"/>
        <a:ext cx="904325" cy="1384622"/>
      </dsp:txXfrm>
    </dsp:sp>
    <dsp:sp modelId="{DF05F5C7-A3FE-4207-84FA-A030D9672A3D}">
      <dsp:nvSpPr>
        <dsp:cNvPr id="0" name=""/>
        <dsp:cNvSpPr/>
      </dsp:nvSpPr>
      <dsp:spPr>
        <a:xfrm>
          <a:off x="7783357" y="2092342"/>
          <a:ext cx="203646" cy="23822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IN" sz="1000" kern="1200"/>
        </a:p>
      </dsp:txBody>
      <dsp:txXfrm>
        <a:off x="7783357" y="2139987"/>
        <a:ext cx="142552" cy="142937"/>
      </dsp:txXfrm>
    </dsp:sp>
    <dsp:sp modelId="{935EBE75-6C41-4BF8-8E73-2F0E639A9486}">
      <dsp:nvSpPr>
        <dsp:cNvPr id="0" name=""/>
        <dsp:cNvSpPr/>
      </dsp:nvSpPr>
      <dsp:spPr>
        <a:xfrm>
          <a:off x="8071536" y="1491010"/>
          <a:ext cx="960595" cy="144089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Alerts the college or school system </a:t>
          </a:r>
          <a:endParaRPr lang="en-IN" sz="1300" kern="1200" dirty="0"/>
        </a:p>
      </dsp:txBody>
      <dsp:txXfrm>
        <a:off x="8099671" y="1519145"/>
        <a:ext cx="904325" cy="1384622"/>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F6245-FF34-4162-875B-944DFFA75A1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BFA4B1D-520A-6F44-6BD5-762D8DCB66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AA004B8-D519-141E-A3B9-63053D6B2EFC}"/>
              </a:ext>
            </a:extLst>
          </p:cNvPr>
          <p:cNvSpPr>
            <a:spLocks noGrp="1"/>
          </p:cNvSpPr>
          <p:nvPr>
            <p:ph type="dt" sz="half" idx="10"/>
          </p:nvPr>
        </p:nvSpPr>
        <p:spPr/>
        <p:txBody>
          <a:bodyPr/>
          <a:lstStyle/>
          <a:p>
            <a:fld id="{C128FA71-3A18-48C0-980F-4B68F7F63042}" type="datetime1">
              <a:rPr lang="en-US" smtClean="0"/>
              <a:t>4/17/2025</a:t>
            </a:fld>
            <a:endParaRPr lang="en-US"/>
          </a:p>
        </p:txBody>
      </p:sp>
      <p:sp>
        <p:nvSpPr>
          <p:cNvPr id="5" name="Footer Placeholder 4">
            <a:extLst>
              <a:ext uri="{FF2B5EF4-FFF2-40B4-BE49-F238E27FC236}">
                <a16:creationId xmlns:a16="http://schemas.microsoft.com/office/drawing/2014/main" id="{D60D4108-BEED-FAFA-B1CD-22278851580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8E1CC58-A7F6-AA4E-590C-E1DF73679CBA}"/>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31359080"/>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D0809-5A17-E749-7F1F-56B7FB69AEA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371C7C5-0A06-1626-CEC0-4C8C553F2F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578FD16-D86D-6204-B2BE-C8B41EFD9272}"/>
              </a:ext>
            </a:extLst>
          </p:cNvPr>
          <p:cNvSpPr>
            <a:spLocks noGrp="1"/>
          </p:cNvSpPr>
          <p:nvPr>
            <p:ph type="dt" sz="half" idx="10"/>
          </p:nvPr>
        </p:nvSpPr>
        <p:spPr/>
        <p:txBody>
          <a:bodyPr/>
          <a:lstStyle/>
          <a:p>
            <a:fld id="{51C1210E-201E-4473-82AC-2466F5386C38}" type="datetime1">
              <a:rPr lang="en-US" smtClean="0"/>
              <a:t>4/17/2025</a:t>
            </a:fld>
            <a:endParaRPr lang="en-US"/>
          </a:p>
        </p:txBody>
      </p:sp>
      <p:sp>
        <p:nvSpPr>
          <p:cNvPr id="5" name="Footer Placeholder 4">
            <a:extLst>
              <a:ext uri="{FF2B5EF4-FFF2-40B4-BE49-F238E27FC236}">
                <a16:creationId xmlns:a16="http://schemas.microsoft.com/office/drawing/2014/main" id="{655DB594-FE7D-FFA3-08FC-C38DA79907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17A13A9-10B2-6302-A78E-96D7AB6A379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596205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BA57F-A003-9C98-DA79-7ED0AABE1E8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A04CD86-F484-F2C8-6C49-DE02B2EB43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A27459-586A-AE40-05D1-5011080A57A1}"/>
              </a:ext>
            </a:extLst>
          </p:cNvPr>
          <p:cNvSpPr>
            <a:spLocks noGrp="1"/>
          </p:cNvSpPr>
          <p:nvPr>
            <p:ph type="dt" sz="half" idx="10"/>
          </p:nvPr>
        </p:nvSpPr>
        <p:spPr/>
        <p:txBody>
          <a:bodyPr/>
          <a:lstStyle/>
          <a:p>
            <a:fld id="{B01EA198-6CAB-4B8F-B93F-1F9C8C4B6CE7}" type="datetime1">
              <a:rPr lang="en-US" smtClean="0"/>
              <a:t>4/17/2025</a:t>
            </a:fld>
            <a:endParaRPr lang="en-US"/>
          </a:p>
        </p:txBody>
      </p:sp>
      <p:sp>
        <p:nvSpPr>
          <p:cNvPr id="5" name="Footer Placeholder 4">
            <a:extLst>
              <a:ext uri="{FF2B5EF4-FFF2-40B4-BE49-F238E27FC236}">
                <a16:creationId xmlns:a16="http://schemas.microsoft.com/office/drawing/2014/main" id="{6293B974-AED7-6433-C130-3BA8B1B6809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7F16A45-82BC-E643-73FE-FDBADF573A1A}"/>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554358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C4802-8679-6011-7C66-7BF01C126C6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2F88C98-63C1-E04C-306E-91B214D428B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5613CBD-AB77-94BF-7880-420B2BB89A4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AEEF6AF-0A3C-B7B3-FA3C-9DB838F15533}"/>
              </a:ext>
            </a:extLst>
          </p:cNvPr>
          <p:cNvSpPr>
            <a:spLocks noGrp="1"/>
          </p:cNvSpPr>
          <p:nvPr>
            <p:ph type="dt" sz="half" idx="10"/>
          </p:nvPr>
        </p:nvSpPr>
        <p:spPr/>
        <p:txBody>
          <a:bodyPr/>
          <a:lstStyle/>
          <a:p>
            <a:fld id="{CA06041F-4525-44D5-AA4F-332294BF1F56}" type="datetime1">
              <a:rPr lang="en-US" smtClean="0"/>
              <a:t>4/17/2025</a:t>
            </a:fld>
            <a:endParaRPr lang="en-US"/>
          </a:p>
        </p:txBody>
      </p:sp>
      <p:sp>
        <p:nvSpPr>
          <p:cNvPr id="6" name="Footer Placeholder 5">
            <a:extLst>
              <a:ext uri="{FF2B5EF4-FFF2-40B4-BE49-F238E27FC236}">
                <a16:creationId xmlns:a16="http://schemas.microsoft.com/office/drawing/2014/main" id="{81BD6F95-E994-E763-EC6B-05908D3B107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F92BA51-6D25-04E5-4618-6B94450B3AE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246311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2C460-B796-C3B9-4E58-0F797F85C3C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25CFB98-9C8C-D0D9-1B0B-26D50948FC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E0EBFD6-CF9A-0ABE-3637-49A69411B36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B3B2F3F-A9BE-EE57-3EAF-D522D61A377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9C09201-839F-F9AD-1558-E84766F5174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9110203-43B7-40F2-334A-5BB6466C131C}"/>
              </a:ext>
            </a:extLst>
          </p:cNvPr>
          <p:cNvSpPr>
            <a:spLocks noGrp="1"/>
          </p:cNvSpPr>
          <p:nvPr>
            <p:ph type="dt" sz="half" idx="10"/>
          </p:nvPr>
        </p:nvSpPr>
        <p:spPr/>
        <p:txBody>
          <a:bodyPr/>
          <a:lstStyle/>
          <a:p>
            <a:fld id="{F9557091-BBDF-4EB9-BA6B-2BB67AC4FC0F}" type="datetime1">
              <a:rPr lang="en-US" smtClean="0"/>
              <a:t>4/17/2025</a:t>
            </a:fld>
            <a:endParaRPr lang="en-US"/>
          </a:p>
        </p:txBody>
      </p:sp>
      <p:sp>
        <p:nvSpPr>
          <p:cNvPr id="8" name="Footer Placeholder 7">
            <a:extLst>
              <a:ext uri="{FF2B5EF4-FFF2-40B4-BE49-F238E27FC236}">
                <a16:creationId xmlns:a16="http://schemas.microsoft.com/office/drawing/2014/main" id="{FDD6840D-E0A5-D22E-C385-0B79F39026A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872C7009-A1F5-F998-32AF-2E35A67C9380}"/>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70077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B3EB4-85A3-9147-E03C-A048BA662C3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7CAC787-F006-B108-D40F-20587AB297B3}"/>
              </a:ext>
            </a:extLst>
          </p:cNvPr>
          <p:cNvSpPr>
            <a:spLocks noGrp="1"/>
          </p:cNvSpPr>
          <p:nvPr>
            <p:ph type="dt" sz="half" idx="10"/>
          </p:nvPr>
        </p:nvSpPr>
        <p:spPr/>
        <p:txBody>
          <a:bodyPr/>
          <a:lstStyle/>
          <a:p>
            <a:fld id="{2D6B226B-77A6-410C-9796-083F278E0125}" type="datetime1">
              <a:rPr lang="en-US" smtClean="0"/>
              <a:t>4/17/2025</a:t>
            </a:fld>
            <a:endParaRPr lang="en-US"/>
          </a:p>
        </p:txBody>
      </p:sp>
      <p:sp>
        <p:nvSpPr>
          <p:cNvPr id="4" name="Footer Placeholder 3">
            <a:extLst>
              <a:ext uri="{FF2B5EF4-FFF2-40B4-BE49-F238E27FC236}">
                <a16:creationId xmlns:a16="http://schemas.microsoft.com/office/drawing/2014/main" id="{9C7A060C-CBA6-0C6E-1B84-9FB6E00A871E}"/>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F8D7F974-E745-8422-F8F9-803C21DC1A64}"/>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65602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97E5C9-86B0-620E-D3EF-9DF14D83E4E8}"/>
              </a:ext>
            </a:extLst>
          </p:cNvPr>
          <p:cNvSpPr>
            <a:spLocks noGrp="1"/>
          </p:cNvSpPr>
          <p:nvPr>
            <p:ph type="dt" sz="half" idx="10"/>
          </p:nvPr>
        </p:nvSpPr>
        <p:spPr/>
        <p:txBody>
          <a:bodyPr/>
          <a:lstStyle/>
          <a:p>
            <a:fld id="{A23A578B-D289-4C40-8593-3D356C49DA58}" type="datetime1">
              <a:rPr lang="en-US" smtClean="0"/>
              <a:t>4/17/2025</a:t>
            </a:fld>
            <a:endParaRPr lang="en-US"/>
          </a:p>
        </p:txBody>
      </p:sp>
      <p:sp>
        <p:nvSpPr>
          <p:cNvPr id="3" name="Footer Placeholder 2">
            <a:extLst>
              <a:ext uri="{FF2B5EF4-FFF2-40B4-BE49-F238E27FC236}">
                <a16:creationId xmlns:a16="http://schemas.microsoft.com/office/drawing/2014/main" id="{39407778-1787-6BAC-7A1D-AB306CCA4DED}"/>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21A82D-B7D7-04CA-2E75-6B20106830E0}"/>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913776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0C48C-716A-D009-7D2E-2052A2585F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EE5B034-868C-687C-48F0-7301D2FE10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BD73242-4091-1A7F-5FF2-A69C251FA9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46F3D8-5B38-710C-0CAD-E4F0AE9B03EE}"/>
              </a:ext>
            </a:extLst>
          </p:cNvPr>
          <p:cNvSpPr>
            <a:spLocks noGrp="1"/>
          </p:cNvSpPr>
          <p:nvPr>
            <p:ph type="dt" sz="half" idx="10"/>
          </p:nvPr>
        </p:nvSpPr>
        <p:spPr/>
        <p:txBody>
          <a:bodyPr/>
          <a:lstStyle/>
          <a:p>
            <a:fld id="{713DFAE3-14DB-48A7-A80F-80DDB072CE3D}" type="datetime1">
              <a:rPr lang="en-US" smtClean="0"/>
              <a:t>4/17/2025</a:t>
            </a:fld>
            <a:endParaRPr lang="en-US"/>
          </a:p>
        </p:txBody>
      </p:sp>
      <p:sp>
        <p:nvSpPr>
          <p:cNvPr id="6" name="Footer Placeholder 5">
            <a:extLst>
              <a:ext uri="{FF2B5EF4-FFF2-40B4-BE49-F238E27FC236}">
                <a16:creationId xmlns:a16="http://schemas.microsoft.com/office/drawing/2014/main" id="{FAEF898B-2FE7-1C02-4A3F-10AF7560451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14BCB72-6779-135F-5103-8F15EB3025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909842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A2053-5033-168B-B985-58B66E1946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05703D6-4DB3-84E1-B564-3EC8BBECBF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AF20766-A006-8423-9E9F-F16E47524F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4A8745-3C3D-7BCD-FD6B-BF7D16C09800}"/>
              </a:ext>
            </a:extLst>
          </p:cNvPr>
          <p:cNvSpPr>
            <a:spLocks noGrp="1"/>
          </p:cNvSpPr>
          <p:nvPr>
            <p:ph type="dt" sz="half" idx="10"/>
          </p:nvPr>
        </p:nvSpPr>
        <p:spPr/>
        <p:txBody>
          <a:bodyPr/>
          <a:lstStyle/>
          <a:p>
            <a:fld id="{92C5EAEF-6478-4102-8F5D-A5FE9FC97ACB}" type="datetime1">
              <a:rPr lang="en-US" smtClean="0"/>
              <a:t>4/17/2025</a:t>
            </a:fld>
            <a:endParaRPr lang="en-US"/>
          </a:p>
        </p:txBody>
      </p:sp>
      <p:sp>
        <p:nvSpPr>
          <p:cNvPr id="6" name="Footer Placeholder 5">
            <a:extLst>
              <a:ext uri="{FF2B5EF4-FFF2-40B4-BE49-F238E27FC236}">
                <a16:creationId xmlns:a16="http://schemas.microsoft.com/office/drawing/2014/main" id="{43C988A0-EE0B-6ED9-8953-689B3A7FC58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201F987-D43D-9B73-7CB3-2053331F2E57}"/>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835557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25974-5169-9914-2DC4-2C0EC7395A7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1A5E77D-5490-78BA-4246-C9A27A0738B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3A72DD2-7B13-96FB-399B-1549B15B7C22}"/>
              </a:ext>
            </a:extLst>
          </p:cNvPr>
          <p:cNvSpPr>
            <a:spLocks noGrp="1"/>
          </p:cNvSpPr>
          <p:nvPr>
            <p:ph type="dt" sz="half" idx="10"/>
          </p:nvPr>
        </p:nvSpPr>
        <p:spPr/>
        <p:txBody>
          <a:bodyPr/>
          <a:lstStyle/>
          <a:p>
            <a:fld id="{7104EDB3-C0E8-45F8-9E1D-1B6C8D1880C0}" type="datetime1">
              <a:rPr lang="en-US" smtClean="0"/>
              <a:t>4/17/2025</a:t>
            </a:fld>
            <a:endParaRPr lang="en-US"/>
          </a:p>
        </p:txBody>
      </p:sp>
      <p:sp>
        <p:nvSpPr>
          <p:cNvPr id="5" name="Footer Placeholder 4">
            <a:extLst>
              <a:ext uri="{FF2B5EF4-FFF2-40B4-BE49-F238E27FC236}">
                <a16:creationId xmlns:a16="http://schemas.microsoft.com/office/drawing/2014/main" id="{9FA265A3-F884-8438-306F-78401A2C29A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6BF187B-B2CE-A46C-1B97-DAA5D68764B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117679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9E8D5D-A181-094D-66EF-4C6338BB846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95745D3-0E5B-ABA9-6672-A1650F066BA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6BE4EE6-E3C4-239B-85EE-7C91ABBCF70D}"/>
              </a:ext>
            </a:extLst>
          </p:cNvPr>
          <p:cNvSpPr>
            <a:spLocks noGrp="1"/>
          </p:cNvSpPr>
          <p:nvPr>
            <p:ph type="dt" sz="half" idx="10"/>
          </p:nvPr>
        </p:nvSpPr>
        <p:spPr/>
        <p:txBody>
          <a:bodyPr/>
          <a:lstStyle/>
          <a:p>
            <a:fld id="{9CF0EC4B-54ED-4041-B552-9BA760FA3DBA}" type="datetime1">
              <a:rPr lang="en-US" smtClean="0"/>
              <a:t>4/17/2025</a:t>
            </a:fld>
            <a:endParaRPr lang="en-US"/>
          </a:p>
        </p:txBody>
      </p:sp>
      <p:sp>
        <p:nvSpPr>
          <p:cNvPr id="5" name="Footer Placeholder 4">
            <a:extLst>
              <a:ext uri="{FF2B5EF4-FFF2-40B4-BE49-F238E27FC236}">
                <a16:creationId xmlns:a16="http://schemas.microsoft.com/office/drawing/2014/main" id="{94E878E3-2321-262D-E33B-4F41BD36892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BD44443-D400-081A-EE6D-16150C7E8683}"/>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663001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FB03AA-2104-CABC-3371-68CABC402D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76EDC0F-6F9B-BB12-5C75-D9D96679D7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C67FE9D-71D5-01AC-9603-8CE14B90A5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F45AC6-C491-4585-A584-9CE2AF7D5500}" type="datetime1">
              <a:rPr lang="en-US" smtClean="0"/>
              <a:t>4/17/2025</a:t>
            </a:fld>
            <a:endParaRPr lang="en-US"/>
          </a:p>
        </p:txBody>
      </p:sp>
      <p:sp>
        <p:nvSpPr>
          <p:cNvPr id="5" name="Footer Placeholder 4">
            <a:extLst>
              <a:ext uri="{FF2B5EF4-FFF2-40B4-BE49-F238E27FC236}">
                <a16:creationId xmlns:a16="http://schemas.microsoft.com/office/drawing/2014/main" id="{37A12C44-60D0-818D-F6C4-2C7A629374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85A552EF-DDEC-190A-CA39-567D8B9551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4093247978"/>
      </p:ext>
    </p:extLst>
  </p:cSld>
  <p:clrMap bg1="lt1" tx1="dk1" bg2="lt2" tx2="dk2" accent1="accent1" accent2="accent2" accent3="accent3" accent4="accent4" accent5="accent5" accent6="accent6" hlink="hlink" folHlink="folHlink"/>
  <p:sldLayoutIdLst>
    <p:sldLayoutId id="2147484054" r:id="rId1"/>
    <p:sldLayoutId id="2147484055" r:id="rId2"/>
    <p:sldLayoutId id="2147484056" r:id="rId3"/>
    <p:sldLayoutId id="2147484057" r:id="rId4"/>
    <p:sldLayoutId id="2147484058" r:id="rId5"/>
    <p:sldLayoutId id="2147484059" r:id="rId6"/>
    <p:sldLayoutId id="2147484060" r:id="rId7"/>
    <p:sldLayoutId id="2147484061" r:id="rId8"/>
    <p:sldLayoutId id="2147484062" r:id="rId9"/>
    <p:sldLayoutId id="2147484063" r:id="rId10"/>
    <p:sldLayoutId id="2147484064"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diagramLayout" Target="../diagrams/layout1.xml"/><Relationship Id="rId7" Type="http://schemas.openxmlformats.org/officeDocument/2006/relationships/image" Target="../media/image6.png"/><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9"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79A6A3E-4BC7-1FFC-FBD6-FDC6275F5B95}"/>
              </a:ext>
            </a:extLst>
          </p:cNvPr>
          <p:cNvSpPr txBox="1"/>
          <p:nvPr/>
        </p:nvSpPr>
        <p:spPr>
          <a:xfrm>
            <a:off x="3926916" y="3675420"/>
            <a:ext cx="6445045" cy="2277547"/>
          </a:xfrm>
          <a:prstGeom prst="rect">
            <a:avLst/>
          </a:prstGeom>
          <a:noFill/>
        </p:spPr>
        <p:txBody>
          <a:bodyPr wrap="square" rtlCol="0">
            <a:spAutoFit/>
          </a:bodyPr>
          <a:lstStyle/>
          <a:p>
            <a:r>
              <a:rPr lang="en-US" sz="2800" b="1">
                <a:solidFill>
                  <a:srgbClr val="00B0F0"/>
                </a:solidFill>
                <a:effectLst>
                  <a:outerShdw blurRad="38100" dist="38100" dir="2700000" algn="tl">
                    <a:srgbClr val="000000">
                      <a:alpha val="43137"/>
                    </a:srgbClr>
                  </a:outerShdw>
                </a:effectLst>
              </a:rPr>
              <a:t>BY </a:t>
            </a:r>
            <a:r>
              <a:rPr lang="en-US" sz="2800" b="1" dirty="0">
                <a:solidFill>
                  <a:srgbClr val="00B0F0"/>
                </a:solidFill>
                <a:effectLst>
                  <a:outerShdw blurRad="38100" dist="38100" dir="2700000" algn="tl">
                    <a:srgbClr val="000000">
                      <a:alpha val="43137"/>
                    </a:srgbClr>
                  </a:outerShdw>
                </a:effectLst>
              </a:rPr>
              <a:t>:-</a:t>
            </a:r>
          </a:p>
          <a:p>
            <a:endParaRPr lang="en-US" dirty="0"/>
          </a:p>
          <a:p>
            <a:pPr marL="342900" indent="-342900">
              <a:buAutoNum type="arabicPeriod"/>
            </a:pPr>
            <a:r>
              <a:rPr lang="en-US" sz="2400" b="1" dirty="0"/>
              <a:t>PRATIK TEKALE</a:t>
            </a:r>
          </a:p>
          <a:p>
            <a:pPr marL="342900" indent="-342900">
              <a:buAutoNum type="arabicPeriod"/>
            </a:pPr>
            <a:r>
              <a:rPr lang="en-US" sz="2400" b="1" dirty="0"/>
              <a:t>ARYA MOHANRAO MANDKE</a:t>
            </a:r>
          </a:p>
          <a:p>
            <a:pPr marL="342900" indent="-342900">
              <a:buAutoNum type="arabicPeriod"/>
            </a:pPr>
            <a:r>
              <a:rPr lang="en-US" sz="2400" b="1" dirty="0"/>
              <a:t>ANUSHKA MANDWADE</a:t>
            </a:r>
          </a:p>
          <a:p>
            <a:pPr marL="342900" indent="-342900">
              <a:buAutoNum type="arabicPeriod"/>
            </a:pPr>
            <a:r>
              <a:rPr lang="en-US" sz="2400" b="1" dirty="0"/>
              <a:t>SAMIKSHA RAVANKOLE</a:t>
            </a:r>
            <a:endParaRPr lang="en-IN" sz="2400" b="1" dirty="0"/>
          </a:p>
        </p:txBody>
      </p:sp>
      <p:sp>
        <p:nvSpPr>
          <p:cNvPr id="3" name="TextBox 2">
            <a:extLst>
              <a:ext uri="{FF2B5EF4-FFF2-40B4-BE49-F238E27FC236}">
                <a16:creationId xmlns:a16="http://schemas.microsoft.com/office/drawing/2014/main" id="{479515C0-F20D-1F28-6EDB-8AAF76B59441}"/>
              </a:ext>
            </a:extLst>
          </p:cNvPr>
          <p:cNvSpPr txBox="1"/>
          <p:nvPr/>
        </p:nvSpPr>
        <p:spPr>
          <a:xfrm>
            <a:off x="2787443" y="2532464"/>
            <a:ext cx="7536425" cy="646331"/>
          </a:xfrm>
          <a:prstGeom prst="rect">
            <a:avLst/>
          </a:prstGeom>
          <a:noFill/>
        </p:spPr>
        <p:txBody>
          <a:bodyPr wrap="square" rtlCol="0">
            <a:spAutoFit/>
          </a:bodyPr>
          <a:lstStyle/>
          <a:p>
            <a:r>
              <a:rPr lang="en-US" sz="3600" b="1" dirty="0">
                <a:solidFill>
                  <a:schemeClr val="accent2">
                    <a:lumMod val="75000"/>
                  </a:schemeClr>
                </a:solidFill>
                <a:effectLst>
                  <a:outerShdw blurRad="38100" dist="38100" dir="2700000" algn="tl">
                    <a:srgbClr val="000000">
                      <a:alpha val="43137"/>
                    </a:srgbClr>
                  </a:outerShdw>
                </a:effectLst>
              </a:rPr>
              <a:t>PROJECT ON :- AI HEALTH DETECTOR</a:t>
            </a:r>
            <a:endParaRPr lang="en-IN" sz="3600" b="1" dirty="0">
              <a:solidFill>
                <a:schemeClr val="accent2">
                  <a:lumMod val="75000"/>
                </a:schemeClr>
              </a:solidFill>
              <a:effectLst>
                <a:outerShdw blurRad="38100" dist="38100" dir="2700000" algn="tl">
                  <a:srgbClr val="000000">
                    <a:alpha val="43137"/>
                  </a:srgbClr>
                </a:outerShdw>
              </a:effectLst>
            </a:endParaRPr>
          </a:p>
        </p:txBody>
      </p:sp>
      <p:sp>
        <p:nvSpPr>
          <p:cNvPr id="4" name="TextBox 3">
            <a:extLst>
              <a:ext uri="{FF2B5EF4-FFF2-40B4-BE49-F238E27FC236}">
                <a16:creationId xmlns:a16="http://schemas.microsoft.com/office/drawing/2014/main" id="{711F80A4-A2C1-2DE2-F852-CDBD07877C59}"/>
              </a:ext>
            </a:extLst>
          </p:cNvPr>
          <p:cNvSpPr txBox="1"/>
          <p:nvPr/>
        </p:nvSpPr>
        <p:spPr>
          <a:xfrm>
            <a:off x="2702801" y="558511"/>
            <a:ext cx="8893277" cy="1477328"/>
          </a:xfrm>
          <a:prstGeom prst="rect">
            <a:avLst/>
          </a:prstGeom>
          <a:noFill/>
        </p:spPr>
        <p:txBody>
          <a:bodyPr wrap="square" rtlCol="0">
            <a:spAutoFit/>
          </a:bodyPr>
          <a:lstStyle/>
          <a:p>
            <a:r>
              <a:rPr lang="en-US" sz="4000" b="1" dirty="0" err="1">
                <a:solidFill>
                  <a:schemeClr val="accent1">
                    <a:lumMod val="75000"/>
                  </a:schemeClr>
                </a:solidFill>
                <a:effectLst>
                  <a:outerShdw blurRad="38100" dist="38100" dir="2700000" algn="tl">
                    <a:srgbClr val="000000">
                      <a:alpha val="43137"/>
                    </a:srgbClr>
                  </a:outerShdw>
                </a:effectLst>
              </a:rPr>
              <a:t>JeevanNet</a:t>
            </a:r>
            <a:r>
              <a:rPr lang="en-US" sz="4000" b="1" dirty="0">
                <a:solidFill>
                  <a:schemeClr val="accent1">
                    <a:lumMod val="75000"/>
                  </a:schemeClr>
                </a:solidFill>
                <a:effectLst>
                  <a:outerShdw blurRad="38100" dist="38100" dir="2700000" algn="tl">
                    <a:srgbClr val="000000">
                      <a:alpha val="43137"/>
                    </a:srgbClr>
                  </a:outerShdw>
                </a:effectLst>
              </a:rPr>
              <a:t> : When Silence Speaks</a:t>
            </a:r>
          </a:p>
          <a:p>
            <a:endParaRPr lang="en-US" dirty="0"/>
          </a:p>
          <a:p>
            <a:r>
              <a:rPr lang="en-US" b="1" dirty="0"/>
              <a:t>                                </a:t>
            </a:r>
            <a:r>
              <a:rPr lang="en-US" sz="3200" b="1" dirty="0"/>
              <a:t>Listening beyond words…</a:t>
            </a:r>
            <a:r>
              <a:rPr lang="en-US" b="1" dirty="0"/>
              <a:t>	</a:t>
            </a:r>
            <a:endParaRPr lang="en-IN" b="1" dirty="0"/>
          </a:p>
        </p:txBody>
      </p:sp>
      <p:pic>
        <p:nvPicPr>
          <p:cNvPr id="5" name="Picture 4">
            <a:extLst>
              <a:ext uri="{FF2B5EF4-FFF2-40B4-BE49-F238E27FC236}">
                <a16:creationId xmlns:a16="http://schemas.microsoft.com/office/drawing/2014/main" id="{9435D30D-FFB1-BEAC-5C94-A13A8F4FF3CC}"/>
              </a:ext>
            </a:extLst>
          </p:cNvPr>
          <p:cNvPicPr>
            <a:picLocks noChangeAspect="1"/>
          </p:cNvPicPr>
          <p:nvPr/>
        </p:nvPicPr>
        <p:blipFill>
          <a:blip r:embed="rId2"/>
          <a:stretch>
            <a:fillRect/>
          </a:stretch>
        </p:blipFill>
        <p:spPr>
          <a:xfrm>
            <a:off x="0" y="4711"/>
            <a:ext cx="2578832" cy="2584928"/>
          </a:xfrm>
          <a:prstGeom prst="rect">
            <a:avLst/>
          </a:prstGeom>
        </p:spPr>
      </p:pic>
      <p:pic>
        <p:nvPicPr>
          <p:cNvPr id="6" name="Picture 5">
            <a:extLst>
              <a:ext uri="{FF2B5EF4-FFF2-40B4-BE49-F238E27FC236}">
                <a16:creationId xmlns:a16="http://schemas.microsoft.com/office/drawing/2014/main" id="{0CB5AEFE-559C-00AE-0217-8FECC5F6573E}"/>
              </a:ext>
            </a:extLst>
          </p:cNvPr>
          <p:cNvPicPr>
            <a:picLocks noChangeAspect="1"/>
          </p:cNvPicPr>
          <p:nvPr/>
        </p:nvPicPr>
        <p:blipFill>
          <a:blip r:embed="rId3"/>
          <a:stretch>
            <a:fillRect/>
          </a:stretch>
        </p:blipFill>
        <p:spPr>
          <a:xfrm>
            <a:off x="8979311" y="3639930"/>
            <a:ext cx="3212689" cy="3212689"/>
          </a:xfrm>
          <a:prstGeom prst="rect">
            <a:avLst/>
          </a:prstGeom>
        </p:spPr>
      </p:pic>
    </p:spTree>
    <p:extLst>
      <p:ext uri="{BB962C8B-B14F-4D97-AF65-F5344CB8AC3E}">
        <p14:creationId xmlns:p14="http://schemas.microsoft.com/office/powerpoint/2010/main" val="5458466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E2E25BE-07C3-DFD2-5C5B-B712A7366B86}"/>
              </a:ext>
            </a:extLst>
          </p:cNvPr>
          <p:cNvSpPr txBox="1">
            <a:spLocks/>
          </p:cNvSpPr>
          <p:nvPr/>
        </p:nvSpPr>
        <p:spPr>
          <a:xfrm>
            <a:off x="2306442" y="219841"/>
            <a:ext cx="8911687" cy="128089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chemeClr val="accent2">
                    <a:lumMod val="75000"/>
                  </a:schemeClr>
                </a:solidFill>
                <a:effectLst>
                  <a:outerShdw blurRad="38100" dist="38100" dir="2700000" algn="tl">
                    <a:srgbClr val="000000">
                      <a:alpha val="43137"/>
                    </a:srgbClr>
                  </a:outerShdw>
                </a:effectLst>
              </a:rPr>
              <a:t>THE PROBLEM : A CRISIS WE DON’T SEE</a:t>
            </a:r>
            <a:br>
              <a:rPr lang="en-IN" b="1" dirty="0">
                <a:solidFill>
                  <a:schemeClr val="accent2">
                    <a:lumMod val="75000"/>
                  </a:schemeClr>
                </a:solidFill>
                <a:effectLst>
                  <a:outerShdw blurRad="38100" dist="38100" dir="2700000" algn="tl">
                    <a:srgbClr val="000000">
                      <a:alpha val="43137"/>
                    </a:srgbClr>
                  </a:outerShdw>
                </a:effectLst>
              </a:rPr>
            </a:br>
            <a:endParaRPr lang="en-IN" dirty="0"/>
          </a:p>
        </p:txBody>
      </p:sp>
      <p:sp>
        <p:nvSpPr>
          <p:cNvPr id="5" name="Content Placeholder 2">
            <a:extLst>
              <a:ext uri="{FF2B5EF4-FFF2-40B4-BE49-F238E27FC236}">
                <a16:creationId xmlns:a16="http://schemas.microsoft.com/office/drawing/2014/main" id="{B2EFAAE8-ADAD-C22E-2696-FAE6426688DB}"/>
              </a:ext>
            </a:extLst>
          </p:cNvPr>
          <p:cNvSpPr txBox="1">
            <a:spLocks/>
          </p:cNvSpPr>
          <p:nvPr/>
        </p:nvSpPr>
        <p:spPr>
          <a:xfrm>
            <a:off x="280114" y="1239590"/>
            <a:ext cx="6482171" cy="46824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Wingdings" panose="05000000000000000000" pitchFamily="2" charset="2"/>
              <a:buChar char="Ø"/>
            </a:pPr>
            <a:r>
              <a:rPr lang="en-US" sz="2000" dirty="0">
                <a:latin typeface="Times New Roman" pitchFamily="18" charset="0"/>
                <a:cs typeface="Times New Roman" pitchFamily="18" charset="0"/>
              </a:rPr>
              <a:t>According to the National Crime Records Bureau (NCRB), India recorded </a:t>
            </a:r>
            <a:r>
              <a:rPr lang="en-US" sz="2000" b="1" dirty="0">
                <a:latin typeface="Times New Roman" pitchFamily="18" charset="0"/>
                <a:cs typeface="Times New Roman" pitchFamily="18" charset="0"/>
              </a:rPr>
              <a:t>13,044 student suicides in 2022</a:t>
            </a:r>
            <a:r>
              <a:rPr lang="en-US" sz="2000" dirty="0">
                <a:latin typeface="Times New Roman" pitchFamily="18" charset="0"/>
                <a:cs typeface="Times New Roman" pitchFamily="18" charset="0"/>
              </a:rPr>
              <a:t>, though there’s a 0.3% decrease from 2021. Annually the students suicide rates have increased by 2%. </a:t>
            </a:r>
            <a:r>
              <a:rPr lang="en-US" sz="2000" b="1" dirty="0">
                <a:latin typeface="Times New Roman" pitchFamily="18" charset="0"/>
                <a:cs typeface="Times New Roman" pitchFamily="18" charset="0"/>
              </a:rPr>
              <a:t>(IC3 Institute)</a:t>
            </a:r>
          </a:p>
          <a:p>
            <a:pPr algn="just">
              <a:buFont typeface="Wingdings" panose="05000000000000000000" pitchFamily="2" charset="2"/>
              <a:buChar char="Ø"/>
            </a:pPr>
            <a:r>
              <a:rPr lang="en-US" sz="2000" dirty="0">
                <a:latin typeface="Times New Roman" pitchFamily="18" charset="0"/>
                <a:cs typeface="Times New Roman" pitchFamily="18" charset="0"/>
              </a:rPr>
              <a:t>Between 2021 and 2022, male student suicides decreased by 6%, while female student suicides increased by 7%. </a:t>
            </a:r>
            <a:r>
              <a:rPr lang="en-US" sz="2000" b="1" dirty="0">
                <a:latin typeface="Times New Roman" pitchFamily="18" charset="0"/>
                <a:cs typeface="Times New Roman" pitchFamily="18" charset="0"/>
              </a:rPr>
              <a:t>(TOI)</a:t>
            </a:r>
          </a:p>
          <a:p>
            <a:pPr algn="just">
              <a:buFont typeface="Wingdings" panose="05000000000000000000" pitchFamily="2" charset="2"/>
              <a:buChar char="Ø"/>
            </a:pPr>
            <a:r>
              <a:rPr lang="en-US" sz="2000" dirty="0">
                <a:latin typeface="Times New Roman" pitchFamily="18" charset="0"/>
                <a:cs typeface="Times New Roman" pitchFamily="18" charset="0"/>
              </a:rPr>
              <a:t>Notably, student suicides now surpass those of farmers in India, highlighting the severity of the issue. </a:t>
            </a:r>
            <a:r>
              <a:rPr lang="en-US" sz="2000" b="1" dirty="0">
                <a:latin typeface="Times New Roman" pitchFamily="18" charset="0"/>
                <a:cs typeface="Times New Roman" pitchFamily="18" charset="0"/>
              </a:rPr>
              <a:t>(India Today)</a:t>
            </a:r>
          </a:p>
          <a:p>
            <a:pPr algn="just">
              <a:buFont typeface="Wingdings" panose="05000000000000000000" pitchFamily="2" charset="2"/>
              <a:buChar char="Ø"/>
            </a:pPr>
            <a:r>
              <a:rPr lang="en-US" sz="2000" dirty="0">
                <a:latin typeface="Times New Roman" pitchFamily="18" charset="0"/>
                <a:cs typeface="Times New Roman" pitchFamily="18" charset="0"/>
              </a:rPr>
              <a:t>States like Maharashtra, Tamil Nadu, and Madhya Pradesh reported the highest </a:t>
            </a:r>
            <a:r>
              <a:rPr lang="en-US" sz="2000" b="1" dirty="0">
                <a:latin typeface="Times New Roman" pitchFamily="18" charset="0"/>
                <a:cs typeface="Times New Roman" pitchFamily="18" charset="0"/>
              </a:rPr>
              <a:t>(Mint)</a:t>
            </a:r>
          </a:p>
          <a:p>
            <a:pPr algn="just">
              <a:buFont typeface="Wingdings" panose="05000000000000000000" pitchFamily="2" charset="2"/>
              <a:buChar char="Ø"/>
            </a:pPr>
            <a:r>
              <a:rPr lang="en-US" sz="2000" dirty="0">
                <a:latin typeface="Times New Roman" pitchFamily="18" charset="0"/>
                <a:cs typeface="Times New Roman" pitchFamily="18" charset="0"/>
              </a:rPr>
              <a:t>These statistics underscore the urgent need for interventions like </a:t>
            </a:r>
            <a:r>
              <a:rPr lang="en-US" sz="2000" dirty="0" err="1">
                <a:latin typeface="Times New Roman" pitchFamily="18" charset="0"/>
                <a:cs typeface="Times New Roman" pitchFamily="18" charset="0"/>
              </a:rPr>
              <a:t>JeevanNet</a:t>
            </a:r>
            <a:r>
              <a:rPr lang="en-US" sz="2000" dirty="0">
                <a:latin typeface="Times New Roman" pitchFamily="18" charset="0"/>
                <a:cs typeface="Times New Roman" pitchFamily="18" charset="0"/>
              </a:rPr>
              <a:t> to address student mental health and prevent such tragedies.</a:t>
            </a:r>
          </a:p>
          <a:p>
            <a:pPr marL="0" indent="0">
              <a:buNone/>
            </a:pPr>
            <a:endParaRPr lang="en-US" sz="3200" dirty="0"/>
          </a:p>
          <a:p>
            <a:pPr marL="0" indent="0">
              <a:buNone/>
            </a:pPr>
            <a:endParaRPr lang="en-IN" dirty="0"/>
          </a:p>
        </p:txBody>
      </p:sp>
      <p:pic>
        <p:nvPicPr>
          <p:cNvPr id="2" name="Picture 1">
            <a:extLst>
              <a:ext uri="{FF2B5EF4-FFF2-40B4-BE49-F238E27FC236}">
                <a16:creationId xmlns:a16="http://schemas.microsoft.com/office/drawing/2014/main" id="{4CAEB79D-0C5E-FB57-B8FC-8259871307FB}"/>
              </a:ext>
            </a:extLst>
          </p:cNvPr>
          <p:cNvPicPr>
            <a:picLocks noChangeAspect="1"/>
          </p:cNvPicPr>
          <p:nvPr/>
        </p:nvPicPr>
        <p:blipFill>
          <a:blip r:embed="rId2"/>
          <a:stretch>
            <a:fillRect/>
          </a:stretch>
        </p:blipFill>
        <p:spPr>
          <a:xfrm>
            <a:off x="6762285" y="1359228"/>
            <a:ext cx="5090601" cy="4139543"/>
          </a:xfrm>
          <a:prstGeom prst="rect">
            <a:avLst/>
          </a:prstGeom>
        </p:spPr>
      </p:pic>
    </p:spTree>
    <p:extLst>
      <p:ext uri="{BB962C8B-B14F-4D97-AF65-F5344CB8AC3E}">
        <p14:creationId xmlns:p14="http://schemas.microsoft.com/office/powerpoint/2010/main" val="21991524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8CEF7CC3-33CC-57B8-D2D6-5C9BE6835DD8}"/>
              </a:ext>
            </a:extLst>
          </p:cNvPr>
          <p:cNvSpPr txBox="1"/>
          <p:nvPr/>
        </p:nvSpPr>
        <p:spPr>
          <a:xfrm>
            <a:off x="2639962" y="252297"/>
            <a:ext cx="8447139" cy="646331"/>
          </a:xfrm>
          <a:prstGeom prst="rect">
            <a:avLst/>
          </a:prstGeom>
          <a:noFill/>
        </p:spPr>
        <p:txBody>
          <a:bodyPr wrap="square">
            <a:spAutoFit/>
          </a:bodyPr>
          <a:lstStyle/>
          <a:p>
            <a:r>
              <a:rPr lang="en-US" sz="3600" b="1" dirty="0">
                <a:solidFill>
                  <a:srgbClr val="FFC000"/>
                </a:solidFill>
                <a:effectLst>
                  <a:outerShdw blurRad="38100" dist="38100" dir="2700000" algn="tl">
                    <a:srgbClr val="000000">
                      <a:alpha val="43137"/>
                    </a:srgbClr>
                  </a:outerShdw>
                </a:effectLst>
              </a:rPr>
              <a:t>THE VISION :- A SILENT AI GUARDIAN</a:t>
            </a:r>
            <a:endParaRPr lang="en-IN" sz="3600" b="1" dirty="0">
              <a:solidFill>
                <a:srgbClr val="FFC000"/>
              </a:solidFill>
              <a:effectLst>
                <a:outerShdw blurRad="38100" dist="38100" dir="2700000" algn="tl">
                  <a:srgbClr val="000000">
                    <a:alpha val="43137"/>
                  </a:srgbClr>
                </a:outerShdw>
              </a:effectLst>
            </a:endParaRPr>
          </a:p>
        </p:txBody>
      </p:sp>
      <p:sp>
        <p:nvSpPr>
          <p:cNvPr id="14" name="TextBox 13">
            <a:extLst>
              <a:ext uri="{FF2B5EF4-FFF2-40B4-BE49-F238E27FC236}">
                <a16:creationId xmlns:a16="http://schemas.microsoft.com/office/drawing/2014/main" id="{A58F1892-A626-109C-3D72-E48C8A4BFAFD}"/>
              </a:ext>
            </a:extLst>
          </p:cNvPr>
          <p:cNvSpPr txBox="1"/>
          <p:nvPr/>
        </p:nvSpPr>
        <p:spPr>
          <a:xfrm>
            <a:off x="5307256" y="1125818"/>
            <a:ext cx="6098458" cy="5355312"/>
          </a:xfrm>
          <a:prstGeom prst="rect">
            <a:avLst/>
          </a:prstGeom>
          <a:noFill/>
        </p:spPr>
        <p:txBody>
          <a:bodyPr wrap="square">
            <a:spAutoFit/>
          </a:bodyPr>
          <a:lstStyle/>
          <a:p>
            <a:pPr marL="285750" indent="-285750" algn="just">
              <a:buFont typeface="Wingdings" panose="05000000000000000000" pitchFamily="2" charset="2"/>
              <a:buChar char="Ø"/>
            </a:pPr>
            <a:r>
              <a:rPr lang="en-US" dirty="0">
                <a:latin typeface="Times New Roman" pitchFamily="18" charset="0"/>
                <a:cs typeface="Times New Roman" pitchFamily="18" charset="0"/>
              </a:rPr>
              <a:t>To catch </a:t>
            </a:r>
            <a:r>
              <a:rPr lang="en-US" b="1" dirty="0">
                <a:latin typeface="Times New Roman" pitchFamily="18" charset="0"/>
                <a:cs typeface="Times New Roman" pitchFamily="18" charset="0"/>
              </a:rPr>
              <a:t>signs of deep emotional distress</a:t>
            </a:r>
            <a:r>
              <a:rPr lang="en-US" dirty="0">
                <a:latin typeface="Times New Roman" pitchFamily="18" charset="0"/>
                <a:cs typeface="Times New Roman" pitchFamily="18" charset="0"/>
              </a:rPr>
              <a:t> before it’s too late—</a:t>
            </a:r>
            <a:r>
              <a:rPr lang="en-US" b="1" dirty="0">
                <a:latin typeface="Times New Roman" pitchFamily="18" charset="0"/>
                <a:cs typeface="Times New Roman" pitchFamily="18" charset="0"/>
              </a:rPr>
              <a:t>without waiting</a:t>
            </a:r>
            <a:r>
              <a:rPr lang="en-US" dirty="0">
                <a:latin typeface="Times New Roman" pitchFamily="18" charset="0"/>
                <a:cs typeface="Times New Roman" pitchFamily="18" charset="0"/>
              </a:rPr>
              <a:t> for the student to actively ask for help.</a:t>
            </a:r>
          </a:p>
          <a:p>
            <a:pPr marL="285750" indent="-285750" algn="just">
              <a:buFont typeface="Wingdings" panose="05000000000000000000" pitchFamily="2" charset="2"/>
              <a:buChar char="Ø"/>
            </a:pPr>
            <a:r>
              <a:rPr lang="en-US" dirty="0">
                <a:latin typeface="Times New Roman" pitchFamily="18" charset="0"/>
                <a:cs typeface="Times New Roman" pitchFamily="18" charset="0"/>
              </a:rPr>
              <a:t>Build an AI system (integrated with CCTV) that: </a:t>
            </a:r>
            <a:r>
              <a:rPr lang="en-US" b="1" dirty="0">
                <a:latin typeface="Times New Roman" pitchFamily="18" charset="0"/>
                <a:cs typeface="Times New Roman" pitchFamily="18" charset="0"/>
              </a:rPr>
              <a:t>observes</a:t>
            </a:r>
            <a:r>
              <a:rPr lang="en-US" dirty="0">
                <a:latin typeface="Times New Roman" pitchFamily="18" charset="0"/>
                <a:cs typeface="Times New Roman" pitchFamily="18" charset="0"/>
              </a:rPr>
              <a:t> students' faces and behavior. Only </a:t>
            </a:r>
            <a:r>
              <a:rPr lang="en-US" b="1" dirty="0">
                <a:latin typeface="Times New Roman" pitchFamily="18" charset="0"/>
                <a:cs typeface="Times New Roman" pitchFamily="18" charset="0"/>
              </a:rPr>
              <a:t>detects</a:t>
            </a:r>
            <a:r>
              <a:rPr lang="en-US" dirty="0">
                <a:latin typeface="Times New Roman" pitchFamily="18" charset="0"/>
                <a:cs typeface="Times New Roman" pitchFamily="18" charset="0"/>
              </a:rPr>
              <a:t> signs of depression/stress/anxiety. </a:t>
            </a:r>
            <a:r>
              <a:rPr lang="en-US" b="1" dirty="0">
                <a:latin typeface="Times New Roman" pitchFamily="18" charset="0"/>
                <a:cs typeface="Times New Roman" pitchFamily="18" charset="0"/>
              </a:rPr>
              <a:t>Does not interfere with or inform </a:t>
            </a:r>
            <a:r>
              <a:rPr lang="en-US" dirty="0">
                <a:latin typeface="Times New Roman" pitchFamily="18" charset="0"/>
                <a:cs typeface="Times New Roman" pitchFamily="18" charset="0"/>
              </a:rPr>
              <a:t>the student. Sends silent </a:t>
            </a:r>
            <a:r>
              <a:rPr lang="en-US" b="1" dirty="0">
                <a:latin typeface="Times New Roman" pitchFamily="18" charset="0"/>
                <a:cs typeface="Times New Roman" pitchFamily="18" charset="0"/>
              </a:rPr>
              <a:t>alerts</a:t>
            </a:r>
            <a:r>
              <a:rPr lang="en-US" dirty="0">
                <a:latin typeface="Times New Roman" pitchFamily="18" charset="0"/>
                <a:cs typeface="Times New Roman" pitchFamily="18" charset="0"/>
              </a:rPr>
              <a:t> to mental health staff when risk levels are high</a:t>
            </a:r>
          </a:p>
          <a:p>
            <a:pPr marL="285750" indent="-285750" algn="just">
              <a:buFont typeface="Wingdings" panose="05000000000000000000" pitchFamily="2" charset="2"/>
              <a:buChar char="Ø"/>
            </a:pPr>
            <a:r>
              <a:rPr lang="en-US" dirty="0">
                <a:latin typeface="Times New Roman" pitchFamily="18" charset="0"/>
                <a:cs typeface="Times New Roman" pitchFamily="18" charset="0"/>
              </a:rPr>
              <a:t>Does not detect </a:t>
            </a:r>
            <a:r>
              <a:rPr lang="en-US" b="1" dirty="0">
                <a:latin typeface="Times New Roman" pitchFamily="18" charset="0"/>
                <a:cs typeface="Times New Roman" pitchFamily="18" charset="0"/>
              </a:rPr>
              <a:t>happiness, surprise, anger</a:t>
            </a:r>
            <a:r>
              <a:rPr lang="en-US" dirty="0">
                <a:latin typeface="Times New Roman" pitchFamily="18" charset="0"/>
                <a:cs typeface="Times New Roman" pitchFamily="18" charset="0"/>
              </a:rPr>
              <a:t>. That simplifies training and improves accuracy.</a:t>
            </a:r>
          </a:p>
          <a:p>
            <a:pPr marL="285750" indent="-285750" algn="just">
              <a:buFont typeface="Wingdings" panose="05000000000000000000" pitchFamily="2" charset="2"/>
              <a:buChar char="Ø"/>
            </a:pPr>
            <a:r>
              <a:rPr lang="en-US" dirty="0">
                <a:latin typeface="Times New Roman" pitchFamily="18" charset="0"/>
                <a:cs typeface="Times New Roman" pitchFamily="18" charset="0"/>
              </a:rPr>
              <a:t>Most tech-based mental health solutions require </a:t>
            </a:r>
            <a:r>
              <a:rPr lang="en-US" b="1" dirty="0">
                <a:latin typeface="Times New Roman" pitchFamily="18" charset="0"/>
                <a:cs typeface="Times New Roman" pitchFamily="18" charset="0"/>
              </a:rPr>
              <a:t>self-reporting</a:t>
            </a:r>
            <a:r>
              <a:rPr lang="en-US" dirty="0">
                <a:latin typeface="Times New Roman" pitchFamily="18" charset="0"/>
                <a:cs typeface="Times New Roman" pitchFamily="18" charset="0"/>
              </a:rPr>
              <a:t>—our approach works when students don’t or can't speak up.</a:t>
            </a:r>
          </a:p>
          <a:p>
            <a:pPr marL="285750" indent="-285750" algn="just">
              <a:buFont typeface="Wingdings" panose="05000000000000000000" pitchFamily="2" charset="2"/>
              <a:buChar char="Ø"/>
            </a:pPr>
            <a:r>
              <a:rPr lang="en-US" dirty="0">
                <a:latin typeface="Times New Roman" pitchFamily="18" charset="0"/>
                <a:cs typeface="Times New Roman" pitchFamily="18" charset="0"/>
              </a:rPr>
              <a:t>With today's edge AI and emotion recognition models, it's </a:t>
            </a:r>
            <a:r>
              <a:rPr lang="en-US" b="1" dirty="0">
                <a:latin typeface="Times New Roman" pitchFamily="18" charset="0"/>
                <a:cs typeface="Times New Roman" pitchFamily="18" charset="0"/>
              </a:rPr>
              <a:t>not science fiction</a:t>
            </a:r>
            <a:r>
              <a:rPr lang="en-US" dirty="0">
                <a:latin typeface="Times New Roman" pitchFamily="18" charset="0"/>
                <a:cs typeface="Times New Roman" pitchFamily="18" charset="0"/>
              </a:rPr>
              <a:t>. We are using existing infrastructure (</a:t>
            </a:r>
            <a:r>
              <a:rPr lang="en-US" b="1" dirty="0">
                <a:latin typeface="Times New Roman" pitchFamily="18" charset="0"/>
                <a:cs typeface="Times New Roman" pitchFamily="18" charset="0"/>
              </a:rPr>
              <a:t>CCTV</a:t>
            </a:r>
            <a:r>
              <a:rPr lang="en-US" dirty="0">
                <a:latin typeface="Times New Roman" pitchFamily="18" charset="0"/>
                <a:cs typeface="Times New Roman" pitchFamily="18" charset="0"/>
              </a:rPr>
              <a:t>)—which makes it cost-effective and scalable.</a:t>
            </a:r>
          </a:p>
          <a:p>
            <a:pPr marL="285750" indent="-285750" algn="just">
              <a:buFont typeface="Wingdings" panose="05000000000000000000" pitchFamily="2" charset="2"/>
              <a:buChar char="Ø"/>
            </a:pPr>
            <a:r>
              <a:rPr lang="en-US" dirty="0">
                <a:latin typeface="Times New Roman" pitchFamily="18" charset="0"/>
                <a:cs typeface="Times New Roman" pitchFamily="18" charset="0"/>
              </a:rPr>
              <a:t>Governments and NGOs are actively looking for solutions like this for CSR (Corporate Social Responsibility), NEP 2020, and school reform agendas.</a:t>
            </a:r>
          </a:p>
        </p:txBody>
      </p:sp>
      <p:pic>
        <p:nvPicPr>
          <p:cNvPr id="5" name="Picture 4">
            <a:extLst>
              <a:ext uri="{FF2B5EF4-FFF2-40B4-BE49-F238E27FC236}">
                <a16:creationId xmlns:a16="http://schemas.microsoft.com/office/drawing/2014/main" id="{C1FCD0DD-61E4-63D7-97E9-98182C832984}"/>
              </a:ext>
            </a:extLst>
          </p:cNvPr>
          <p:cNvPicPr>
            <a:picLocks noChangeAspect="1"/>
          </p:cNvPicPr>
          <p:nvPr/>
        </p:nvPicPr>
        <p:blipFill>
          <a:blip r:embed="rId2"/>
          <a:stretch>
            <a:fillRect/>
          </a:stretch>
        </p:blipFill>
        <p:spPr>
          <a:xfrm>
            <a:off x="904243" y="1513889"/>
            <a:ext cx="3845511" cy="4579170"/>
          </a:xfrm>
          <a:prstGeom prst="rect">
            <a:avLst/>
          </a:prstGeom>
        </p:spPr>
      </p:pic>
    </p:spTree>
    <p:extLst>
      <p:ext uri="{BB962C8B-B14F-4D97-AF65-F5344CB8AC3E}">
        <p14:creationId xmlns:p14="http://schemas.microsoft.com/office/powerpoint/2010/main" val="24542197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14796E8-A704-1E6F-BE3E-F6EF8B90462A}"/>
              </a:ext>
            </a:extLst>
          </p:cNvPr>
          <p:cNvSpPr txBox="1"/>
          <p:nvPr/>
        </p:nvSpPr>
        <p:spPr>
          <a:xfrm>
            <a:off x="3727655" y="250410"/>
            <a:ext cx="6098458" cy="646331"/>
          </a:xfrm>
          <a:prstGeom prst="rect">
            <a:avLst/>
          </a:prstGeom>
          <a:noFill/>
        </p:spPr>
        <p:txBody>
          <a:bodyPr wrap="square">
            <a:spAutoFit/>
          </a:bodyPr>
          <a:lstStyle/>
          <a:p>
            <a:r>
              <a:rPr lang="en-US" sz="3600" b="1" dirty="0">
                <a:solidFill>
                  <a:schemeClr val="accent2">
                    <a:lumMod val="75000"/>
                  </a:schemeClr>
                </a:solidFill>
                <a:effectLst>
                  <a:outerShdw blurRad="38100" dist="38100" dir="2700000" algn="tl">
                    <a:srgbClr val="000000">
                      <a:alpha val="43137"/>
                    </a:srgbClr>
                  </a:outerShdw>
                </a:effectLst>
              </a:rPr>
              <a:t>HOW JEEVANNET WORKS?</a:t>
            </a:r>
            <a:endParaRPr lang="en-IN" sz="3600" dirty="0"/>
          </a:p>
        </p:txBody>
      </p:sp>
      <p:sp>
        <p:nvSpPr>
          <p:cNvPr id="6" name="Content Placeholder 2">
            <a:extLst>
              <a:ext uri="{FF2B5EF4-FFF2-40B4-BE49-F238E27FC236}">
                <a16:creationId xmlns:a16="http://schemas.microsoft.com/office/drawing/2014/main" id="{D36EC2B2-F16A-8AD2-4518-D25715665DCD}"/>
              </a:ext>
            </a:extLst>
          </p:cNvPr>
          <p:cNvSpPr txBox="1">
            <a:spLocks/>
          </p:cNvSpPr>
          <p:nvPr/>
        </p:nvSpPr>
        <p:spPr>
          <a:xfrm>
            <a:off x="329423" y="1505665"/>
            <a:ext cx="6796463" cy="535233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AI on edge devices (Jetson  Nano): real-time facial and </a:t>
            </a:r>
            <a:r>
              <a:rPr lang="en-IN" sz="1800" b="1" dirty="0">
                <a:latin typeface="Times New Roman" panose="02020603050405020304" pitchFamily="18" charset="0"/>
                <a:cs typeface="Times New Roman" panose="02020603050405020304" pitchFamily="18" charset="0"/>
              </a:rPr>
              <a:t>posture analysis</a:t>
            </a:r>
            <a:r>
              <a:rPr lang="en-IN" sz="1800" dirty="0">
                <a:latin typeface="Times New Roman" panose="02020603050405020304" pitchFamily="18" charset="0"/>
                <a:cs typeface="Times New Roman" panose="02020603050405020304" pitchFamily="18" charset="0"/>
              </a:rPr>
              <a:t>. Only </a:t>
            </a:r>
            <a:r>
              <a:rPr lang="en-IN" sz="1800" b="1" dirty="0">
                <a:latin typeface="Times New Roman" panose="02020603050405020304" pitchFamily="18" charset="0"/>
                <a:cs typeface="Times New Roman" panose="02020603050405020304" pitchFamily="18" charset="0"/>
              </a:rPr>
              <a:t>detects emotional distress — not joy/anger/</a:t>
            </a:r>
            <a:r>
              <a:rPr lang="en-IN" sz="1800" dirty="0">
                <a:latin typeface="Times New Roman" panose="02020603050405020304" pitchFamily="18" charset="0"/>
                <a:cs typeface="Times New Roman" panose="02020603050405020304" pitchFamily="18" charset="0"/>
              </a:rPr>
              <a:t>etc. </a:t>
            </a:r>
            <a:r>
              <a:rPr lang="en-IN" sz="1800" b="1" dirty="0">
                <a:latin typeface="Times New Roman" panose="02020603050405020304" pitchFamily="18" charset="0"/>
                <a:cs typeface="Times New Roman" panose="02020603050405020304" pitchFamily="18" charset="0"/>
              </a:rPr>
              <a:t>No storage of video </a:t>
            </a:r>
            <a:r>
              <a:rPr lang="en-IN" sz="1800" dirty="0">
                <a:latin typeface="Times New Roman" panose="02020603050405020304" pitchFamily="18" charset="0"/>
                <a:cs typeface="Times New Roman" panose="02020603050405020304" pitchFamily="18" charset="0"/>
              </a:rPr>
              <a:t>— only emotion logs. Anonymous </a:t>
            </a:r>
            <a:r>
              <a:rPr lang="en-IN" sz="1800" b="1" dirty="0">
                <a:latin typeface="Times New Roman" panose="02020603050405020304" pitchFamily="18" charset="0"/>
                <a:cs typeface="Times New Roman" panose="02020603050405020304" pitchFamily="18" charset="0"/>
              </a:rPr>
              <a:t>student IDs</a:t>
            </a:r>
            <a:r>
              <a:rPr lang="en-IN" sz="1800" dirty="0">
                <a:latin typeface="Times New Roman" panose="02020603050405020304" pitchFamily="18" charset="0"/>
                <a:cs typeface="Times New Roman" panose="02020603050405020304" pitchFamily="18" charset="0"/>
              </a:rPr>
              <a:t> will be used. Trained on </a:t>
            </a:r>
            <a:r>
              <a:rPr lang="en-IN" sz="1800" b="1" dirty="0">
                <a:latin typeface="Times New Roman" panose="02020603050405020304" pitchFamily="18" charset="0"/>
                <a:cs typeface="Times New Roman" panose="02020603050405020304" pitchFamily="18" charset="0"/>
              </a:rPr>
              <a:t>Indian datasets  </a:t>
            </a:r>
            <a:r>
              <a:rPr lang="en-IN" sz="1800" dirty="0">
                <a:latin typeface="Times New Roman" panose="02020603050405020304" pitchFamily="18" charset="0"/>
                <a:cs typeface="Times New Roman" panose="02020603050405020304" pitchFamily="18" charset="0"/>
              </a:rPr>
              <a:t>for better accuracy. Built-in </a:t>
            </a:r>
            <a:r>
              <a:rPr lang="en-IN" sz="1800" b="1" dirty="0">
                <a:latin typeface="Times New Roman" panose="02020603050405020304" pitchFamily="18" charset="0"/>
                <a:cs typeface="Times New Roman" panose="02020603050405020304" pitchFamily="18" charset="0"/>
              </a:rPr>
              <a:t>3-day rolling analysis </a:t>
            </a:r>
            <a:r>
              <a:rPr lang="en-IN" sz="1800" dirty="0">
                <a:latin typeface="Times New Roman" panose="02020603050405020304" pitchFamily="18" charset="0"/>
                <a:cs typeface="Times New Roman" panose="02020603050405020304" pitchFamily="18" charset="0"/>
              </a:rPr>
              <a:t>to reduce false positives.</a:t>
            </a:r>
          </a:p>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Slowed or lack of facial movement (flat affect), lack of eye contact or  long downward gaze, repetitive movements, consistent slouched posture and long periods of social withdrawal. With time-based analysis, if these signs persist for hours or days, the system can flag the student as potentially at risk.</a:t>
            </a:r>
          </a:p>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By training our model specifically on “depressed” vs “neutral/normal” behavior, and doing multi-day observation, it'll </a:t>
            </a:r>
            <a:r>
              <a:rPr lang="en-US" sz="1800" b="1" dirty="0">
                <a:latin typeface="Times New Roman" panose="02020603050405020304" pitchFamily="18" charset="0"/>
                <a:cs typeface="Times New Roman" panose="02020603050405020304" pitchFamily="18" charset="0"/>
              </a:rPr>
              <a:t>reduce false positives and improve early warning ability.</a:t>
            </a:r>
          </a:p>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Example of alert: Student ID #47: signs of emotional withdrawal over past 3 days – moderate concern</a:t>
            </a:r>
            <a:endParaRPr lang="en-IN" sz="18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BA51B6DD-4A57-9A39-3A25-37F99220808A}"/>
              </a:ext>
            </a:extLst>
          </p:cNvPr>
          <p:cNvPicPr>
            <a:picLocks noChangeAspect="1"/>
          </p:cNvPicPr>
          <p:nvPr/>
        </p:nvPicPr>
        <p:blipFill>
          <a:blip r:embed="rId2"/>
          <a:stretch>
            <a:fillRect/>
          </a:stretch>
        </p:blipFill>
        <p:spPr>
          <a:xfrm>
            <a:off x="7125785" y="1505666"/>
            <a:ext cx="5066215" cy="4083974"/>
          </a:xfrm>
          <a:prstGeom prst="rect">
            <a:avLst/>
          </a:prstGeom>
        </p:spPr>
      </p:pic>
    </p:spTree>
    <p:extLst>
      <p:ext uri="{BB962C8B-B14F-4D97-AF65-F5344CB8AC3E}">
        <p14:creationId xmlns:p14="http://schemas.microsoft.com/office/powerpoint/2010/main" val="4054285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35D6031-7F96-802F-9F5D-AC8A088A979C}"/>
              </a:ext>
            </a:extLst>
          </p:cNvPr>
          <p:cNvSpPr txBox="1"/>
          <p:nvPr/>
        </p:nvSpPr>
        <p:spPr>
          <a:xfrm>
            <a:off x="1354393" y="193369"/>
            <a:ext cx="9483213" cy="769441"/>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4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Times New Roman" panose="02020603050405020304" pitchFamily="18" charset="0"/>
                <a:cs typeface="Times New Roman" panose="02020603050405020304" pitchFamily="18" charset="0"/>
              </a:rPr>
              <a:t>PROTOTYPE</a:t>
            </a:r>
            <a:endParaRPr lang="en-IN" sz="4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Times New Roman" panose="02020603050405020304" pitchFamily="18" charset="0"/>
              <a:cs typeface="Times New Roman" panose="02020603050405020304" pitchFamily="18" charset="0"/>
            </a:endParaRPr>
          </a:p>
        </p:txBody>
      </p:sp>
      <p:sp>
        <p:nvSpPr>
          <p:cNvPr id="5" name="AutoShape 2" descr="Sad Face Filter: Make Sad Face &amp; Crying Face Online - PiktID">
            <a:extLst>
              <a:ext uri="{FF2B5EF4-FFF2-40B4-BE49-F238E27FC236}">
                <a16:creationId xmlns:a16="http://schemas.microsoft.com/office/drawing/2014/main" id="{A22FE93A-786A-4A07-BBDA-F4FD3055301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7" name="Diagram 6">
            <a:extLst>
              <a:ext uri="{FF2B5EF4-FFF2-40B4-BE49-F238E27FC236}">
                <a16:creationId xmlns:a16="http://schemas.microsoft.com/office/drawing/2014/main" id="{17B22417-A729-4DF3-9029-8F5BEAF24E6B}"/>
              </a:ext>
            </a:extLst>
          </p:cNvPr>
          <p:cNvGraphicFramePr/>
          <p:nvPr>
            <p:extLst>
              <p:ext uri="{D42A27DB-BD31-4B8C-83A1-F6EECF244321}">
                <p14:modId xmlns:p14="http://schemas.microsoft.com/office/powerpoint/2010/main" val="2073806883"/>
              </p:ext>
            </p:extLst>
          </p:nvPr>
        </p:nvGraphicFramePr>
        <p:xfrm>
          <a:off x="1578665" y="0"/>
          <a:ext cx="9034668" cy="44229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AutoShape 4" descr="Buy MANYCAST Webcam Full HD Web Camera,USB PC Computer Webcam with  Microphone, Laptop Desktop Full HD Camera Video Webcam 110 Degree  Widescreen,Pro Streaming Webcam for Recording,Calling,Conferencing,Gaming  Online at Best Prices in India -">
            <a:extLst>
              <a:ext uri="{FF2B5EF4-FFF2-40B4-BE49-F238E27FC236}">
                <a16:creationId xmlns:a16="http://schemas.microsoft.com/office/drawing/2014/main" id="{1AAC0693-94DD-441E-A635-1C552566C989}"/>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a:extLst>
              <a:ext uri="{FF2B5EF4-FFF2-40B4-BE49-F238E27FC236}">
                <a16:creationId xmlns:a16="http://schemas.microsoft.com/office/drawing/2014/main" id="{42CFD3E5-B03B-4F2B-834A-3D51D4A8BD8D}"/>
              </a:ext>
            </a:extLst>
          </p:cNvPr>
          <p:cNvPicPr>
            <a:picLocks noChangeAspect="1"/>
          </p:cNvPicPr>
          <p:nvPr/>
        </p:nvPicPr>
        <p:blipFill>
          <a:blip r:embed="rId7"/>
          <a:stretch>
            <a:fillRect/>
          </a:stretch>
        </p:blipFill>
        <p:spPr>
          <a:xfrm>
            <a:off x="1929848" y="3427985"/>
            <a:ext cx="2355574" cy="2355574"/>
          </a:xfrm>
          <a:prstGeom prst="rect">
            <a:avLst/>
          </a:prstGeom>
        </p:spPr>
      </p:pic>
      <p:pic>
        <p:nvPicPr>
          <p:cNvPr id="1030" name="Picture 6" descr="Alert icon sheet, simple trendy flat style line and solid Isolated vector  illustration on white background. For apps, logo, websites, symbol , UI,  UX, graphic and web design. EPS 10. 25378960 Vector">
            <a:extLst>
              <a:ext uri="{FF2B5EF4-FFF2-40B4-BE49-F238E27FC236}">
                <a16:creationId xmlns:a16="http://schemas.microsoft.com/office/drawing/2014/main" id="{5D6E1BA5-E660-4BC7-945A-A389582AE8A6}"/>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r="57161"/>
          <a:stretch/>
        </p:blipFill>
        <p:spPr bwMode="auto">
          <a:xfrm>
            <a:off x="9158011" y="3224233"/>
            <a:ext cx="1728789" cy="235557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70530CF8-5CA6-4AA5-B714-D3204991F949}"/>
              </a:ext>
            </a:extLst>
          </p:cNvPr>
          <p:cNvPicPr>
            <a:picLocks noChangeAspect="1"/>
          </p:cNvPicPr>
          <p:nvPr/>
        </p:nvPicPr>
        <p:blipFill>
          <a:blip r:embed="rId9"/>
          <a:stretch>
            <a:fillRect/>
          </a:stretch>
        </p:blipFill>
        <p:spPr>
          <a:xfrm>
            <a:off x="4822790" y="3469205"/>
            <a:ext cx="3797853" cy="2136292"/>
          </a:xfrm>
          <a:prstGeom prst="rect">
            <a:avLst/>
          </a:prstGeom>
        </p:spPr>
      </p:pic>
    </p:spTree>
    <p:extLst>
      <p:ext uri="{BB962C8B-B14F-4D97-AF65-F5344CB8AC3E}">
        <p14:creationId xmlns:p14="http://schemas.microsoft.com/office/powerpoint/2010/main" val="37117567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C5C357B-3BB2-4338-9E74-95E680DA44E8}"/>
              </a:ext>
            </a:extLst>
          </p:cNvPr>
          <p:cNvPicPr>
            <a:picLocks noChangeAspect="1"/>
          </p:cNvPicPr>
          <p:nvPr/>
        </p:nvPicPr>
        <p:blipFill rotWithShape="1">
          <a:blip r:embed="rId2"/>
          <a:srcRect l="10266" r="9068" b="7618"/>
          <a:stretch/>
        </p:blipFill>
        <p:spPr>
          <a:xfrm>
            <a:off x="208722" y="962810"/>
            <a:ext cx="9054548" cy="5044677"/>
          </a:xfrm>
          <a:prstGeom prst="rect">
            <a:avLst/>
          </a:prstGeom>
        </p:spPr>
      </p:pic>
      <p:pic>
        <p:nvPicPr>
          <p:cNvPr id="5" name="Picture 4">
            <a:extLst>
              <a:ext uri="{FF2B5EF4-FFF2-40B4-BE49-F238E27FC236}">
                <a16:creationId xmlns:a16="http://schemas.microsoft.com/office/drawing/2014/main" id="{84C41BFB-731B-41AC-868F-DAC2ED2F2BD2}"/>
              </a:ext>
            </a:extLst>
          </p:cNvPr>
          <p:cNvPicPr>
            <a:picLocks noChangeAspect="1"/>
          </p:cNvPicPr>
          <p:nvPr/>
        </p:nvPicPr>
        <p:blipFill>
          <a:blip r:embed="rId3"/>
          <a:stretch>
            <a:fillRect/>
          </a:stretch>
        </p:blipFill>
        <p:spPr>
          <a:xfrm>
            <a:off x="4820225" y="2136912"/>
            <a:ext cx="10204174" cy="5685184"/>
          </a:xfrm>
          <a:prstGeom prst="rect">
            <a:avLst/>
          </a:prstGeom>
        </p:spPr>
      </p:pic>
    </p:spTree>
    <p:extLst>
      <p:ext uri="{BB962C8B-B14F-4D97-AF65-F5344CB8AC3E}">
        <p14:creationId xmlns:p14="http://schemas.microsoft.com/office/powerpoint/2010/main" val="23881714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604AB11-0750-3BC9-D641-31F8FDBDBDED}"/>
              </a:ext>
            </a:extLst>
          </p:cNvPr>
          <p:cNvSpPr txBox="1"/>
          <p:nvPr/>
        </p:nvSpPr>
        <p:spPr>
          <a:xfrm>
            <a:off x="4070555" y="2659559"/>
            <a:ext cx="4675239" cy="769441"/>
          </a:xfrm>
          <a:prstGeom prst="rect">
            <a:avLst/>
          </a:prstGeom>
          <a:noFill/>
        </p:spPr>
        <p:txBody>
          <a:bodyPr wrap="square" rtlCol="0">
            <a:spAutoFit/>
          </a:bodyPr>
          <a:lstStyle/>
          <a:p>
            <a:pPr algn="ctr"/>
            <a:r>
              <a:rPr lang="en-US" sz="4400" b="1" dirty="0"/>
              <a:t> </a:t>
            </a:r>
            <a:endParaRPr lang="en-IN" sz="4400" b="1" dirty="0"/>
          </a:p>
        </p:txBody>
      </p:sp>
      <p:sp>
        <p:nvSpPr>
          <p:cNvPr id="9" name="Rectangle 8">
            <a:extLst>
              <a:ext uri="{FF2B5EF4-FFF2-40B4-BE49-F238E27FC236}">
                <a16:creationId xmlns:a16="http://schemas.microsoft.com/office/drawing/2014/main" id="{23D0FE30-21CD-970A-7764-33FA2B3D4999}"/>
              </a:ext>
            </a:extLst>
          </p:cNvPr>
          <p:cNvSpPr/>
          <p:nvPr/>
        </p:nvSpPr>
        <p:spPr>
          <a:xfrm>
            <a:off x="4070555" y="2582614"/>
            <a:ext cx="4082785" cy="923330"/>
          </a:xfrm>
          <a:prstGeom prst="rect">
            <a:avLst/>
          </a:prstGeom>
          <a:noFill/>
        </p:spPr>
        <p:txBody>
          <a:bodyPr wrap="none" lIns="91440" tIns="45720" rIns="91440" bIns="45720">
            <a:spAutoFit/>
          </a:bodyPr>
          <a:lstStyle/>
          <a:p>
            <a:pPr algn="ctr"/>
            <a:r>
              <a:rPr lang="en-US"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THANK YOU!!</a:t>
            </a:r>
            <a:endParaRPr lang="en-IN"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pic>
        <p:nvPicPr>
          <p:cNvPr id="2" name="Picture 1">
            <a:extLst>
              <a:ext uri="{FF2B5EF4-FFF2-40B4-BE49-F238E27FC236}">
                <a16:creationId xmlns:a16="http://schemas.microsoft.com/office/drawing/2014/main" id="{7880E483-F5C7-5F15-2798-7D653F2367BB}"/>
              </a:ext>
            </a:extLst>
          </p:cNvPr>
          <p:cNvPicPr>
            <a:picLocks noChangeAspect="1"/>
          </p:cNvPicPr>
          <p:nvPr/>
        </p:nvPicPr>
        <p:blipFill>
          <a:blip r:embed="rId2"/>
          <a:stretch>
            <a:fillRect/>
          </a:stretch>
        </p:blipFill>
        <p:spPr>
          <a:xfrm>
            <a:off x="0" y="-2314"/>
            <a:ext cx="2578832" cy="2584928"/>
          </a:xfrm>
          <a:prstGeom prst="rect">
            <a:avLst/>
          </a:prstGeom>
        </p:spPr>
      </p:pic>
      <p:pic>
        <p:nvPicPr>
          <p:cNvPr id="3" name="Picture 2">
            <a:extLst>
              <a:ext uri="{FF2B5EF4-FFF2-40B4-BE49-F238E27FC236}">
                <a16:creationId xmlns:a16="http://schemas.microsoft.com/office/drawing/2014/main" id="{95280337-8958-8F74-61E1-F887740537A0}"/>
              </a:ext>
            </a:extLst>
          </p:cNvPr>
          <p:cNvPicPr>
            <a:picLocks noChangeAspect="1"/>
          </p:cNvPicPr>
          <p:nvPr/>
        </p:nvPicPr>
        <p:blipFill>
          <a:blip r:embed="rId3"/>
          <a:stretch>
            <a:fillRect/>
          </a:stretch>
        </p:blipFill>
        <p:spPr>
          <a:xfrm>
            <a:off x="8975353" y="3645130"/>
            <a:ext cx="3212870" cy="3212870"/>
          </a:xfrm>
          <a:prstGeom prst="rect">
            <a:avLst/>
          </a:prstGeom>
        </p:spPr>
      </p:pic>
    </p:spTree>
    <p:extLst>
      <p:ext uri="{BB962C8B-B14F-4D97-AF65-F5344CB8AC3E}">
        <p14:creationId xmlns:p14="http://schemas.microsoft.com/office/powerpoint/2010/main" val="21897153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319</TotalTime>
  <Words>537</Words>
  <Application>Microsoft Office PowerPoint</Application>
  <PresentationFormat>Widescreen</PresentationFormat>
  <Paragraphs>38</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Bxe</dc:title>
  <dc:creator>pratiktekale2005@gmail.com</dc:creator>
  <cp:lastModifiedBy>Arya Mohanrao Mandke</cp:lastModifiedBy>
  <cp:revision>17</cp:revision>
  <dcterms:created xsi:type="dcterms:W3CDTF">2025-04-05T16:15:37Z</dcterms:created>
  <dcterms:modified xsi:type="dcterms:W3CDTF">2025-04-17T05:50:38Z</dcterms:modified>
</cp:coreProperties>
</file>